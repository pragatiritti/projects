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sldIdLst>
    <p:sldId id="262" r:id="rId2"/>
    <p:sldId id="256" r:id="rId3"/>
    <p:sldId id="257" r:id="rId4"/>
    <p:sldId id="258" r:id="rId5"/>
    <p:sldId id="259" r:id="rId6"/>
    <p:sldId id="260" r:id="rId7"/>
    <p:sldId id="261" r:id="rId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2443210-EF5C-41A9-91B1-82442731CAAC}" v="16" dt="2026-02-11T14:28:28.17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7" d="100"/>
          <a:sy n="77" d="100"/>
        </p:scale>
        <p:origin x="77" y="8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 Id="rId14"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ragati Ritti" userId="645a240b8d38944c" providerId="LiveId" clId="{980092F0-E9DE-4D17-9FE6-3106F6101FA2}"/>
    <pc:docChg chg="undo redo custSel addSld modSld sldOrd">
      <pc:chgData name="Pragati Ritti" userId="645a240b8d38944c" providerId="LiveId" clId="{980092F0-E9DE-4D17-9FE6-3106F6101FA2}" dt="2026-02-11T14:28:59.418" v="358"/>
      <pc:docMkLst>
        <pc:docMk/>
      </pc:docMkLst>
      <pc:sldChg chg="addSp delSp modSp mod">
        <pc:chgData name="Pragati Ritti" userId="645a240b8d38944c" providerId="LiveId" clId="{980092F0-E9DE-4D17-9FE6-3106F6101FA2}" dt="2026-02-11T14:02:30.260" v="117" actId="1076"/>
        <pc:sldMkLst>
          <pc:docMk/>
          <pc:sldMk cId="3104008157" sldId="256"/>
        </pc:sldMkLst>
        <pc:spChg chg="del mod">
          <ac:chgData name="Pragati Ritti" userId="645a240b8d38944c" providerId="LiveId" clId="{980092F0-E9DE-4D17-9FE6-3106F6101FA2}" dt="2026-02-11T13:59:20.831" v="79"/>
          <ac:spMkLst>
            <pc:docMk/>
            <pc:sldMk cId="3104008157" sldId="256"/>
            <ac:spMk id="2" creationId="{5BFE7E89-95B8-1115-271F-F1E4480B1F3F}"/>
          </ac:spMkLst>
        </pc:spChg>
        <pc:spChg chg="add mod">
          <ac:chgData name="Pragati Ritti" userId="645a240b8d38944c" providerId="LiveId" clId="{980092F0-E9DE-4D17-9FE6-3106F6101FA2}" dt="2026-02-11T14:02:30.260" v="117" actId="1076"/>
          <ac:spMkLst>
            <pc:docMk/>
            <pc:sldMk cId="3104008157" sldId="256"/>
            <ac:spMk id="4" creationId="{BF256146-6EC1-1574-8070-2E76CEB45CDD}"/>
          </ac:spMkLst>
        </pc:spChg>
        <pc:spChg chg="add mod">
          <ac:chgData name="Pragati Ritti" userId="645a240b8d38944c" providerId="LiveId" clId="{980092F0-E9DE-4D17-9FE6-3106F6101FA2}" dt="2026-02-11T14:01:49.725" v="110" actId="1076"/>
          <ac:spMkLst>
            <pc:docMk/>
            <pc:sldMk cId="3104008157" sldId="256"/>
            <ac:spMk id="5" creationId="{D792D211-3D22-8273-BEB3-8AD3DC490729}"/>
          </ac:spMkLst>
        </pc:spChg>
      </pc:sldChg>
      <pc:sldChg chg="addSp delSp modSp mod">
        <pc:chgData name="Pragati Ritti" userId="645a240b8d38944c" providerId="LiveId" clId="{980092F0-E9DE-4D17-9FE6-3106F6101FA2}" dt="2026-02-11T14:09:24.138" v="171" actId="1076"/>
        <pc:sldMkLst>
          <pc:docMk/>
          <pc:sldMk cId="2833761066" sldId="257"/>
        </pc:sldMkLst>
        <pc:spChg chg="add del mod">
          <ac:chgData name="Pragati Ritti" userId="645a240b8d38944c" providerId="LiveId" clId="{980092F0-E9DE-4D17-9FE6-3106F6101FA2}" dt="2026-02-11T14:06:58.918" v="145" actId="47"/>
          <ac:spMkLst>
            <pc:docMk/>
            <pc:sldMk cId="2833761066" sldId="257"/>
            <ac:spMk id="2" creationId="{81BED52B-6060-8537-FFF1-78B1F6C9BF88}"/>
          </ac:spMkLst>
        </pc:spChg>
        <pc:spChg chg="mod">
          <ac:chgData name="Pragati Ritti" userId="645a240b8d38944c" providerId="LiveId" clId="{980092F0-E9DE-4D17-9FE6-3106F6101FA2}" dt="2026-02-11T14:03:29.054" v="125" actId="1076"/>
          <ac:spMkLst>
            <pc:docMk/>
            <pc:sldMk cId="2833761066" sldId="257"/>
            <ac:spMk id="3" creationId="{1A0B71F4-5260-47EA-C886-5A2775600E47}"/>
          </ac:spMkLst>
        </pc:spChg>
        <pc:spChg chg="mod">
          <ac:chgData name="Pragati Ritti" userId="645a240b8d38944c" providerId="LiveId" clId="{980092F0-E9DE-4D17-9FE6-3106F6101FA2}" dt="2026-02-11T14:06:12.090" v="139" actId="255"/>
          <ac:spMkLst>
            <pc:docMk/>
            <pc:sldMk cId="2833761066" sldId="257"/>
            <ac:spMk id="4" creationId="{531F2273-8711-6E33-299D-BB7B5D76BD8B}"/>
          </ac:spMkLst>
        </pc:spChg>
        <pc:spChg chg="add mod">
          <ac:chgData name="Pragati Ritti" userId="645a240b8d38944c" providerId="LiveId" clId="{980092F0-E9DE-4D17-9FE6-3106F6101FA2}" dt="2026-02-11T14:09:14.965" v="170" actId="12"/>
          <ac:spMkLst>
            <pc:docMk/>
            <pc:sldMk cId="2833761066" sldId="257"/>
            <ac:spMk id="5" creationId="{6BB47804-17A3-1C6F-A2A4-2A3F19050716}"/>
          </ac:spMkLst>
        </pc:spChg>
        <pc:spChg chg="add mod">
          <ac:chgData name="Pragati Ritti" userId="645a240b8d38944c" providerId="LiveId" clId="{980092F0-E9DE-4D17-9FE6-3106F6101FA2}" dt="2026-02-11T14:07:43.468" v="151" actId="1076"/>
          <ac:spMkLst>
            <pc:docMk/>
            <pc:sldMk cId="2833761066" sldId="257"/>
            <ac:spMk id="6" creationId="{1A5F18B3-7810-DD9E-5F6B-96EFC1B0B74F}"/>
          </ac:spMkLst>
        </pc:spChg>
        <pc:picChg chg="add mod">
          <ac:chgData name="Pragati Ritti" userId="645a240b8d38944c" providerId="LiveId" clId="{980092F0-E9DE-4D17-9FE6-3106F6101FA2}" dt="2026-02-11T14:09:24.138" v="171" actId="1076"/>
          <ac:picMkLst>
            <pc:docMk/>
            <pc:sldMk cId="2833761066" sldId="257"/>
            <ac:picMk id="8" creationId="{85A8CE58-E700-4C5E-4661-48A48147BB36}"/>
          </ac:picMkLst>
        </pc:picChg>
      </pc:sldChg>
      <pc:sldChg chg="addSp delSp modSp new mod">
        <pc:chgData name="Pragati Ritti" userId="645a240b8d38944c" providerId="LiveId" clId="{980092F0-E9DE-4D17-9FE6-3106F6101FA2}" dt="2026-02-11T14:11:25.830" v="216" actId="12"/>
        <pc:sldMkLst>
          <pc:docMk/>
          <pc:sldMk cId="2864584340" sldId="258"/>
        </pc:sldMkLst>
        <pc:spChg chg="add mod">
          <ac:chgData name="Pragati Ritti" userId="645a240b8d38944c" providerId="LiveId" clId="{980092F0-E9DE-4D17-9FE6-3106F6101FA2}" dt="2026-02-11T14:10:56.537" v="208" actId="1076"/>
          <ac:spMkLst>
            <pc:docMk/>
            <pc:sldMk cId="2864584340" sldId="258"/>
            <ac:spMk id="2" creationId="{9CB6ABB5-1A51-227C-6C04-BE74BDEF1EAF}"/>
          </ac:spMkLst>
        </pc:spChg>
        <pc:spChg chg="add del">
          <ac:chgData name="Pragati Ritti" userId="645a240b8d38944c" providerId="LiveId" clId="{980092F0-E9DE-4D17-9FE6-3106F6101FA2}" dt="2026-02-11T07:53:00.737" v="6" actId="22"/>
          <ac:spMkLst>
            <pc:docMk/>
            <pc:sldMk cId="2864584340" sldId="258"/>
            <ac:spMk id="3" creationId="{E4D4BE6E-1620-C112-A137-EC5996D7ED3F}"/>
          </ac:spMkLst>
        </pc:spChg>
        <pc:spChg chg="add mod">
          <ac:chgData name="Pragati Ritti" userId="645a240b8d38944c" providerId="LiveId" clId="{980092F0-E9DE-4D17-9FE6-3106F6101FA2}" dt="2026-02-11T14:10:59.524" v="209" actId="1076"/>
          <ac:spMkLst>
            <pc:docMk/>
            <pc:sldMk cId="2864584340" sldId="258"/>
            <ac:spMk id="5" creationId="{9126A323-63FD-ED07-AB64-78821BE10BC1}"/>
          </ac:spMkLst>
        </pc:spChg>
        <pc:spChg chg="add mod">
          <ac:chgData name="Pragati Ritti" userId="645a240b8d38944c" providerId="LiveId" clId="{980092F0-E9DE-4D17-9FE6-3106F6101FA2}" dt="2026-02-11T14:11:25.830" v="216" actId="12"/>
          <ac:spMkLst>
            <pc:docMk/>
            <pc:sldMk cId="2864584340" sldId="258"/>
            <ac:spMk id="7" creationId="{AF3E71CC-EF23-7FD7-A2B4-8BC11431980E}"/>
          </ac:spMkLst>
        </pc:spChg>
      </pc:sldChg>
      <pc:sldChg chg="addSp delSp modSp new mod">
        <pc:chgData name="Pragati Ritti" userId="645a240b8d38944c" providerId="LiveId" clId="{980092F0-E9DE-4D17-9FE6-3106F6101FA2}" dt="2026-02-11T14:14:15.075" v="236" actId="255"/>
        <pc:sldMkLst>
          <pc:docMk/>
          <pc:sldMk cId="2553518342" sldId="259"/>
        </pc:sldMkLst>
        <pc:spChg chg="add del">
          <ac:chgData name="Pragati Ritti" userId="645a240b8d38944c" providerId="LiveId" clId="{980092F0-E9DE-4D17-9FE6-3106F6101FA2}" dt="2026-02-11T13:30:52.056" v="16" actId="22"/>
          <ac:spMkLst>
            <pc:docMk/>
            <pc:sldMk cId="2553518342" sldId="259"/>
            <ac:spMk id="3" creationId="{D93DD33B-8E29-1786-9B64-FDAC64970B28}"/>
          </ac:spMkLst>
        </pc:spChg>
        <pc:spChg chg="add mod">
          <ac:chgData name="Pragati Ritti" userId="645a240b8d38944c" providerId="LiveId" clId="{980092F0-E9DE-4D17-9FE6-3106F6101FA2}" dt="2026-02-11T14:13:54.910" v="235" actId="14100"/>
          <ac:spMkLst>
            <pc:docMk/>
            <pc:sldMk cId="2553518342" sldId="259"/>
            <ac:spMk id="5" creationId="{D0CCA9F7-D0B7-1DAC-792F-DD5313F69C6A}"/>
          </ac:spMkLst>
        </pc:spChg>
        <pc:spChg chg="add mod">
          <ac:chgData name="Pragati Ritti" userId="645a240b8d38944c" providerId="LiveId" clId="{980092F0-E9DE-4D17-9FE6-3106F6101FA2}" dt="2026-02-11T14:14:15.075" v="236" actId="255"/>
          <ac:spMkLst>
            <pc:docMk/>
            <pc:sldMk cId="2553518342" sldId="259"/>
            <ac:spMk id="6" creationId="{65A5B121-E20C-1A9A-1154-34CBD8F75175}"/>
          </ac:spMkLst>
        </pc:spChg>
      </pc:sldChg>
      <pc:sldChg chg="addSp modSp new mod">
        <pc:chgData name="Pragati Ritti" userId="645a240b8d38944c" providerId="LiveId" clId="{980092F0-E9DE-4D17-9FE6-3106F6101FA2}" dt="2026-02-11T14:15:38.297" v="249" actId="1076"/>
        <pc:sldMkLst>
          <pc:docMk/>
          <pc:sldMk cId="2759176322" sldId="260"/>
        </pc:sldMkLst>
        <pc:spChg chg="add mod">
          <ac:chgData name="Pragati Ritti" userId="645a240b8d38944c" providerId="LiveId" clId="{980092F0-E9DE-4D17-9FE6-3106F6101FA2}" dt="2026-02-11T14:15:18.077" v="246" actId="255"/>
          <ac:spMkLst>
            <pc:docMk/>
            <pc:sldMk cId="2759176322" sldId="260"/>
            <ac:spMk id="3" creationId="{5213DA29-B4D0-AC78-B63A-AEA13AB1E4E7}"/>
          </ac:spMkLst>
        </pc:spChg>
        <pc:spChg chg="add mod">
          <ac:chgData name="Pragati Ritti" userId="645a240b8d38944c" providerId="LiveId" clId="{980092F0-E9DE-4D17-9FE6-3106F6101FA2}" dt="2026-02-11T14:15:38.297" v="249" actId="1076"/>
          <ac:spMkLst>
            <pc:docMk/>
            <pc:sldMk cId="2759176322" sldId="260"/>
            <ac:spMk id="5" creationId="{66C4C662-82D9-4DBB-0149-CBBE8B448950}"/>
          </ac:spMkLst>
        </pc:spChg>
      </pc:sldChg>
      <pc:sldChg chg="addSp delSp modSp new mod">
        <pc:chgData name="Pragati Ritti" userId="645a240b8d38944c" providerId="LiveId" clId="{980092F0-E9DE-4D17-9FE6-3106F6101FA2}" dt="2026-02-11T14:28:54.112" v="356" actId="1076"/>
        <pc:sldMkLst>
          <pc:docMk/>
          <pc:sldMk cId="1735149370" sldId="261"/>
        </pc:sldMkLst>
        <pc:spChg chg="add del mod">
          <ac:chgData name="Pragati Ritti" userId="645a240b8d38944c" providerId="LiveId" clId="{980092F0-E9DE-4D17-9FE6-3106F6101FA2}" dt="2026-02-11T14:27:06.520" v="335"/>
          <ac:spMkLst>
            <pc:docMk/>
            <pc:sldMk cId="1735149370" sldId="261"/>
            <ac:spMk id="3" creationId="{F28AEADF-15AD-F143-DC79-5EF7052B34B6}"/>
          </ac:spMkLst>
        </pc:spChg>
        <pc:spChg chg="add del mod">
          <ac:chgData name="Pragati Ritti" userId="645a240b8d38944c" providerId="LiveId" clId="{980092F0-E9DE-4D17-9FE6-3106F6101FA2}" dt="2026-02-11T14:27:06.522" v="337"/>
          <ac:spMkLst>
            <pc:docMk/>
            <pc:sldMk cId="1735149370" sldId="261"/>
            <ac:spMk id="4" creationId="{B690D8BE-44E0-ACC1-B1A0-7E2D2D2A3BDA}"/>
          </ac:spMkLst>
        </pc:spChg>
        <pc:spChg chg="add del mod">
          <ac:chgData name="Pragati Ritti" userId="645a240b8d38944c" providerId="LiveId" clId="{980092F0-E9DE-4D17-9FE6-3106F6101FA2}" dt="2026-02-11T14:28:39.197" v="354"/>
          <ac:spMkLst>
            <pc:docMk/>
            <pc:sldMk cId="1735149370" sldId="261"/>
            <ac:spMk id="5" creationId="{093789ED-99FA-6EB9-941F-4BEF4865CE73}"/>
          </ac:spMkLst>
        </pc:spChg>
        <pc:spChg chg="add mod">
          <ac:chgData name="Pragati Ritti" userId="645a240b8d38944c" providerId="LiveId" clId="{980092F0-E9DE-4D17-9FE6-3106F6101FA2}" dt="2026-02-11T14:28:54.112" v="356" actId="1076"/>
          <ac:spMkLst>
            <pc:docMk/>
            <pc:sldMk cId="1735149370" sldId="261"/>
            <ac:spMk id="6" creationId="{66E91303-7ECE-44C9-CF90-3CFE03702764}"/>
          </ac:spMkLst>
        </pc:spChg>
      </pc:sldChg>
      <pc:sldChg chg="addSp modSp new mod ord">
        <pc:chgData name="Pragati Ritti" userId="645a240b8d38944c" providerId="LiveId" clId="{980092F0-E9DE-4D17-9FE6-3106F6101FA2}" dt="2026-02-11T14:28:59.418" v="358"/>
        <pc:sldMkLst>
          <pc:docMk/>
          <pc:sldMk cId="3016892029" sldId="262"/>
        </pc:sldMkLst>
        <pc:spChg chg="add mod">
          <ac:chgData name="Pragati Ritti" userId="645a240b8d38944c" providerId="LiveId" clId="{980092F0-E9DE-4D17-9FE6-3106F6101FA2}" dt="2026-02-11T14:25:19.997" v="331" actId="1076"/>
          <ac:spMkLst>
            <pc:docMk/>
            <pc:sldMk cId="3016892029" sldId="262"/>
            <ac:spMk id="2" creationId="{6731F1D4-5402-670E-09F9-5807B8885EE6}"/>
          </ac:spMkLst>
        </pc:spChg>
      </pc:sldChg>
    </pc:docChg>
  </pc:docChgLst>
</pc:chgInfo>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2">
        <a:schemeClr val="bg2"/>
      </p:bgRef>
    </p:bg>
    <p:spTree>
      <p:nvGrpSpPr>
        <p:cNvPr id="1" name=""/>
        <p:cNvGrpSpPr/>
        <p:nvPr/>
      </p:nvGrpSpPr>
      <p:grpSpPr>
        <a:xfrm>
          <a:off x="0" y="0"/>
          <a:ext cx="0" cy="0"/>
          <a:chOff x="0" y="0"/>
          <a:chExt cx="0" cy="0"/>
        </a:xfrm>
      </p:grpSpPr>
      <p:sp>
        <p:nvSpPr>
          <p:cNvPr id="16" name="Rectangle 15"/>
          <p:cNvSpPr/>
          <p:nvPr/>
        </p:nvSpPr>
        <p:spPr>
          <a:xfrm>
            <a:off x="0" y="0"/>
            <a:ext cx="12192000" cy="6858000"/>
          </a:xfrm>
          <a:prstGeom prst="rect">
            <a:avLst/>
          </a:prstGeom>
          <a:blipFill dpi="0" rotWithShape="1">
            <a:blip r:embed="rId2">
              <a:alphaModFix amt="45000"/>
              <a:duotone>
                <a:schemeClr val="accent1">
                  <a:shade val="45000"/>
                  <a:satMod val="135000"/>
                </a:schemeClr>
                <a:prstClr val="white"/>
              </a:duotone>
            </a:blip>
            <a:srcRect/>
            <a:tile tx="-44450" ty="38100" sx="85000" sy="85000" flip="none" algn="tl"/>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1307870" y="1267730"/>
            <a:ext cx="9576262" cy="4307950"/>
          </a:xfrm>
          <a:prstGeom prst="rect">
            <a:avLst/>
          </a:prstGeom>
          <a:solidFill>
            <a:schemeClr val="bg1"/>
          </a:solidFill>
          <a:ln w="6350" cap="flat" cmpd="sng" algn="ctr">
            <a:noFill/>
            <a:prstDash val="solid"/>
          </a:ln>
          <a:effectLst>
            <a:outerShdw blurRad="50800" algn="ctr" rotWithShape="0">
              <a:prstClr val="black">
                <a:alpha val="66000"/>
              </a:prstClr>
            </a:outerShdw>
            <a:softEdge rad="0"/>
          </a:effectLst>
        </p:spPr>
      </p:sp>
      <p:sp>
        <p:nvSpPr>
          <p:cNvPr id="11" name="Rectangle 10"/>
          <p:cNvSpPr/>
          <p:nvPr/>
        </p:nvSpPr>
        <p:spPr>
          <a:xfrm>
            <a:off x="1447801" y="1411615"/>
            <a:ext cx="9296400" cy="4034770"/>
          </a:xfrm>
          <a:prstGeom prst="rect">
            <a:avLst/>
          </a:prstGeom>
          <a:noFill/>
          <a:ln w="6350" cap="sq" cmpd="sng" algn="ctr">
            <a:solidFill>
              <a:schemeClr val="tx1">
                <a:lumMod val="75000"/>
                <a:lumOff val="25000"/>
              </a:schemeClr>
            </a:solidFill>
            <a:prstDash val="solid"/>
            <a:miter lim="800000"/>
          </a:ln>
          <a:effectLst/>
        </p:spPr>
      </p:sp>
      <p:sp>
        <p:nvSpPr>
          <p:cNvPr id="15" name="Rectangle 14"/>
          <p:cNvSpPr/>
          <p:nvPr/>
        </p:nvSpPr>
        <p:spPr>
          <a:xfrm>
            <a:off x="5135880" y="1267730"/>
            <a:ext cx="1920240" cy="73152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grpSp>
        <p:nvGrpSpPr>
          <p:cNvPr id="4" name="Group 3"/>
          <p:cNvGrpSpPr/>
          <p:nvPr/>
        </p:nvGrpSpPr>
        <p:grpSpPr>
          <a:xfrm>
            <a:off x="5250180" y="1267730"/>
            <a:ext cx="1691640" cy="645295"/>
            <a:chOff x="5318306" y="1386268"/>
            <a:chExt cx="1567331" cy="645295"/>
          </a:xfrm>
        </p:grpSpPr>
        <p:cxnSp>
          <p:nvCxnSpPr>
            <p:cNvPr id="17" name="Straight Connector 16"/>
            <p:cNvCxnSpPr/>
            <p:nvPr/>
          </p:nvCxnSpPr>
          <p:spPr>
            <a:xfrm>
              <a:off x="5318306"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6885637"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5318306" y="2031563"/>
              <a:ext cx="1567331" cy="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ctrTitle"/>
          </p:nvPr>
        </p:nvSpPr>
        <p:spPr>
          <a:xfrm>
            <a:off x="1561708" y="2091263"/>
            <a:ext cx="9068586" cy="2590800"/>
          </a:xfrm>
        </p:spPr>
        <p:txBody>
          <a:bodyPr tIns="45720" bIns="45720" anchor="ctr">
            <a:noAutofit/>
          </a:bodyPr>
          <a:lstStyle>
            <a:lvl1pPr algn="ctr">
              <a:lnSpc>
                <a:spcPct val="83000"/>
              </a:lnSpc>
              <a:defRPr lang="en-US" sz="7200" b="0" kern="1200" cap="all" spc="-100" baseline="0" dirty="0">
                <a:solidFill>
                  <a:schemeClr val="tx1">
                    <a:lumMod val="85000"/>
                    <a:lumOff val="15000"/>
                  </a:schemeClr>
                </a:solidFill>
                <a:effectLst/>
                <a:latin typeface="+mj-lt"/>
                <a:ea typeface="+mn-ea"/>
                <a:cs typeface="+mn-cs"/>
              </a:defRPr>
            </a:lvl1pPr>
          </a:lstStyle>
          <a:p>
            <a:r>
              <a:rPr lang="en-US"/>
              <a:t>Click to edit Master title style</a:t>
            </a:r>
            <a:endParaRPr lang="en-US" dirty="0"/>
          </a:p>
        </p:txBody>
      </p:sp>
      <p:sp>
        <p:nvSpPr>
          <p:cNvPr id="3" name="Subtitle 2"/>
          <p:cNvSpPr>
            <a:spLocks noGrp="1"/>
          </p:cNvSpPr>
          <p:nvPr>
            <p:ph type="subTitle" idx="1"/>
          </p:nvPr>
        </p:nvSpPr>
        <p:spPr>
          <a:xfrm>
            <a:off x="1562100" y="4682062"/>
            <a:ext cx="9070848" cy="457201"/>
          </a:xfrm>
        </p:spPr>
        <p:txBody>
          <a:bodyPr>
            <a:normAutofit/>
          </a:bodyPr>
          <a:lstStyle>
            <a:lvl1pPr marL="0" indent="0" algn="ctr">
              <a:spcBef>
                <a:spcPts val="0"/>
              </a:spcBef>
              <a:buNone/>
              <a:defRPr sz="1600" spc="80" baseline="0">
                <a:solidFill>
                  <a:schemeClr val="tx1"/>
                </a:solidFill>
              </a:defRPr>
            </a:lvl1pPr>
            <a:lvl2pPr marL="457200" indent="0" algn="ctr">
              <a:buNone/>
              <a:defRPr sz="1600"/>
            </a:lvl2pPr>
            <a:lvl3pPr marL="914400" indent="0" algn="ctr">
              <a:buNone/>
              <a:defRPr sz="16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20" name="Date Placeholder 19"/>
          <p:cNvSpPr>
            <a:spLocks noGrp="1"/>
          </p:cNvSpPr>
          <p:nvPr>
            <p:ph type="dt" sz="half" idx="10"/>
          </p:nvPr>
        </p:nvSpPr>
        <p:spPr>
          <a:xfrm>
            <a:off x="5318760" y="1341255"/>
            <a:ext cx="1554480" cy="527213"/>
          </a:xfrm>
        </p:spPr>
        <p:txBody>
          <a:bodyPr/>
          <a:lstStyle>
            <a:lvl1pPr algn="ctr">
              <a:defRPr sz="1300" spc="0" baseline="0">
                <a:solidFill>
                  <a:schemeClr val="tx1"/>
                </a:solidFill>
                <a:latin typeface="+mn-lt"/>
              </a:defRPr>
            </a:lvl1pPr>
          </a:lstStyle>
          <a:p>
            <a:fld id="{357D4CB0-E7EF-4BCA-8CEF-E2DC5FF32E1A}" type="datetimeFigureOut">
              <a:rPr lang="en-IN" smtClean="0"/>
              <a:t>11-02-2026</a:t>
            </a:fld>
            <a:endParaRPr lang="en-IN"/>
          </a:p>
        </p:txBody>
      </p:sp>
      <p:sp>
        <p:nvSpPr>
          <p:cNvPr id="21" name="Footer Placeholder 20"/>
          <p:cNvSpPr>
            <a:spLocks noGrp="1"/>
          </p:cNvSpPr>
          <p:nvPr>
            <p:ph type="ftr" sz="quarter" idx="11"/>
          </p:nvPr>
        </p:nvSpPr>
        <p:spPr>
          <a:xfrm>
            <a:off x="1453896" y="5211060"/>
            <a:ext cx="5905500" cy="228600"/>
          </a:xfrm>
        </p:spPr>
        <p:txBody>
          <a:bodyPr/>
          <a:lstStyle>
            <a:lvl1pPr algn="l">
              <a:defRPr>
                <a:solidFill>
                  <a:schemeClr val="tx1">
                    <a:lumMod val="75000"/>
                    <a:lumOff val="25000"/>
                  </a:schemeClr>
                </a:solidFill>
              </a:defRPr>
            </a:lvl1pPr>
          </a:lstStyle>
          <a:p>
            <a:endParaRPr lang="en-IN"/>
          </a:p>
        </p:txBody>
      </p:sp>
      <p:sp>
        <p:nvSpPr>
          <p:cNvPr id="22" name="Slide Number Placeholder 21"/>
          <p:cNvSpPr>
            <a:spLocks noGrp="1"/>
          </p:cNvSpPr>
          <p:nvPr>
            <p:ph type="sldNum" sz="quarter" idx="12"/>
          </p:nvPr>
        </p:nvSpPr>
        <p:spPr>
          <a:xfrm>
            <a:off x="8606919" y="5212080"/>
            <a:ext cx="2111881" cy="228600"/>
          </a:xfrm>
        </p:spPr>
        <p:txBody>
          <a:bodyPr/>
          <a:lstStyle>
            <a:lvl1pPr>
              <a:defRPr>
                <a:solidFill>
                  <a:schemeClr val="tx1">
                    <a:lumMod val="75000"/>
                    <a:lumOff val="25000"/>
                  </a:schemeClr>
                </a:solidFill>
              </a:defRPr>
            </a:lvl1pPr>
          </a:lstStyle>
          <a:p>
            <a:fld id="{563EA32A-5A2E-4BEE-8592-8AA76CB57ABD}" type="slidenum">
              <a:rPr lang="en-IN" smtClean="0"/>
              <a:t>‹#›</a:t>
            </a:fld>
            <a:endParaRPr lang="en-IN"/>
          </a:p>
        </p:txBody>
      </p:sp>
    </p:spTree>
    <p:extLst>
      <p:ext uri="{BB962C8B-B14F-4D97-AF65-F5344CB8AC3E}">
        <p14:creationId xmlns:p14="http://schemas.microsoft.com/office/powerpoint/2010/main" val="53641353"/>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57D4CB0-E7EF-4BCA-8CEF-E2DC5FF32E1A}" type="datetimeFigureOut">
              <a:rPr lang="en-IN" smtClean="0"/>
              <a:t>11-02-2026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563EA32A-5A2E-4BEE-8592-8AA76CB57ABD}" type="slidenum">
              <a:rPr lang="en-IN" smtClean="0"/>
              <a:t>‹#›</a:t>
            </a:fld>
            <a:endParaRPr lang="en-IN"/>
          </a:p>
        </p:txBody>
      </p:sp>
    </p:spTree>
    <p:extLst>
      <p:ext uri="{BB962C8B-B14F-4D97-AF65-F5344CB8AC3E}">
        <p14:creationId xmlns:p14="http://schemas.microsoft.com/office/powerpoint/2010/main" val="17486334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2">
        <a:schemeClr val="bg2"/>
      </p:bgRef>
    </p:bg>
    <p:spTree>
      <p:nvGrpSpPr>
        <p:cNvPr id="1" name=""/>
        <p:cNvGrpSpPr/>
        <p:nvPr/>
      </p:nvGrpSpPr>
      <p:grpSpPr>
        <a:xfrm>
          <a:off x="0" y="0"/>
          <a:ext cx="0" cy="0"/>
          <a:chOff x="0" y="0"/>
          <a:chExt cx="0" cy="0"/>
        </a:xfrm>
      </p:grpSpPr>
      <p:sp>
        <p:nvSpPr>
          <p:cNvPr id="22" name="Rectangle 21"/>
          <p:cNvSpPr/>
          <p:nvPr/>
        </p:nvSpPr>
        <p:spPr>
          <a:xfrm>
            <a:off x="0" y="0"/>
            <a:ext cx="12192000" cy="6858000"/>
          </a:xfrm>
          <a:prstGeom prst="rect">
            <a:avLst/>
          </a:prstGeom>
          <a:blipFill dpi="0" rotWithShape="1">
            <a:blip r:embed="rId2">
              <a:alphaModFix amt="45000"/>
              <a:duotone>
                <a:schemeClr val="accent2">
                  <a:shade val="45000"/>
                  <a:satMod val="135000"/>
                </a:schemeClr>
                <a:prstClr val="white"/>
              </a:duotone>
            </a:blip>
            <a:srcRect/>
            <a:tile tx="-44450" ty="38100" sx="85000" sy="85000" flip="none" algn="tl"/>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3" name="Rectangle 22"/>
          <p:cNvSpPr/>
          <p:nvPr/>
        </p:nvSpPr>
        <p:spPr>
          <a:xfrm>
            <a:off x="1307870" y="1267730"/>
            <a:ext cx="9576262" cy="4307950"/>
          </a:xfrm>
          <a:prstGeom prst="rect">
            <a:avLst/>
          </a:prstGeom>
          <a:solidFill>
            <a:schemeClr val="bg1"/>
          </a:solidFill>
          <a:ln w="6350" cap="flat" cmpd="sng" algn="ctr">
            <a:noFill/>
            <a:prstDash val="solid"/>
          </a:ln>
          <a:effectLst>
            <a:outerShdw blurRad="50800" algn="ctr" rotWithShape="0">
              <a:prstClr val="black">
                <a:alpha val="66000"/>
              </a:prstClr>
            </a:outerShdw>
            <a:softEdge rad="0"/>
          </a:effectLst>
        </p:spPr>
      </p:sp>
      <p:sp>
        <p:nvSpPr>
          <p:cNvPr id="24" name="Rectangle 23"/>
          <p:cNvSpPr/>
          <p:nvPr/>
        </p:nvSpPr>
        <p:spPr>
          <a:xfrm>
            <a:off x="1447800" y="1411615"/>
            <a:ext cx="9296400" cy="4034770"/>
          </a:xfrm>
          <a:prstGeom prst="rect">
            <a:avLst/>
          </a:prstGeom>
          <a:noFill/>
          <a:ln w="6350" cap="sq" cmpd="sng" algn="ctr">
            <a:solidFill>
              <a:schemeClr val="tx1">
                <a:lumMod val="75000"/>
                <a:lumOff val="25000"/>
              </a:schemeClr>
            </a:solidFill>
            <a:prstDash val="solid"/>
            <a:miter lim="800000"/>
          </a:ln>
          <a:effectLst/>
        </p:spPr>
      </p:sp>
      <p:sp>
        <p:nvSpPr>
          <p:cNvPr id="30" name="Rectangle 29"/>
          <p:cNvSpPr/>
          <p:nvPr/>
        </p:nvSpPr>
        <p:spPr>
          <a:xfrm>
            <a:off x="5135880" y="1267730"/>
            <a:ext cx="1920240" cy="73152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grpSp>
        <p:nvGrpSpPr>
          <p:cNvPr id="31" name="Group 30"/>
          <p:cNvGrpSpPr/>
          <p:nvPr/>
        </p:nvGrpSpPr>
        <p:grpSpPr>
          <a:xfrm>
            <a:off x="5250180" y="1267730"/>
            <a:ext cx="1691640" cy="645295"/>
            <a:chOff x="5318306" y="1386268"/>
            <a:chExt cx="1567331" cy="645295"/>
          </a:xfrm>
        </p:grpSpPr>
        <p:cxnSp>
          <p:nvCxnSpPr>
            <p:cNvPr id="32" name="Straight Connector 31"/>
            <p:cNvCxnSpPr/>
            <p:nvPr/>
          </p:nvCxnSpPr>
          <p:spPr>
            <a:xfrm>
              <a:off x="5318306"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a:off x="6885637"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a:off x="5318306" y="2031563"/>
              <a:ext cx="1567331" cy="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title"/>
          </p:nvPr>
        </p:nvSpPr>
        <p:spPr>
          <a:xfrm>
            <a:off x="1563623" y="2094309"/>
            <a:ext cx="9070848" cy="2587752"/>
          </a:xfrm>
        </p:spPr>
        <p:txBody>
          <a:bodyPr anchor="ctr">
            <a:noAutofit/>
          </a:bodyPr>
          <a:lstStyle>
            <a:lvl1pPr algn="ctr">
              <a:lnSpc>
                <a:spcPct val="83000"/>
              </a:lnSpc>
              <a:defRPr lang="en-US" sz="7200" kern="1200" cap="all" spc="-100" baseline="0" dirty="0">
                <a:solidFill>
                  <a:schemeClr val="tx1">
                    <a:lumMod val="85000"/>
                    <a:lumOff val="15000"/>
                  </a:schemeClr>
                </a:solidFill>
                <a:effectLst/>
                <a:latin typeface="+mj-lt"/>
                <a:ea typeface="+mn-ea"/>
                <a:cs typeface="+mn-cs"/>
              </a:defRPr>
            </a:lvl1pPr>
          </a:lstStyle>
          <a:p>
            <a:r>
              <a:rPr lang="en-US"/>
              <a:t>Click to edit Master title style</a:t>
            </a:r>
            <a:endParaRPr lang="en-US" dirty="0"/>
          </a:p>
        </p:txBody>
      </p:sp>
      <p:sp>
        <p:nvSpPr>
          <p:cNvPr id="3" name="Text Placeholder 2"/>
          <p:cNvSpPr>
            <a:spLocks noGrp="1"/>
          </p:cNvSpPr>
          <p:nvPr>
            <p:ph type="body" idx="1"/>
          </p:nvPr>
        </p:nvSpPr>
        <p:spPr>
          <a:xfrm>
            <a:off x="1563624" y="4682062"/>
            <a:ext cx="9070848" cy="457200"/>
          </a:xfrm>
        </p:spPr>
        <p:txBody>
          <a:bodyPr anchor="t">
            <a:normAutofit/>
          </a:bodyPr>
          <a:lstStyle>
            <a:lvl1pPr marL="0" indent="0" algn="ctr">
              <a:buNone/>
              <a:defRPr sz="1600">
                <a:solidFill>
                  <a:schemeClr val="tx1"/>
                </a:solidFill>
                <a:effectLst/>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5321808" y="1344502"/>
            <a:ext cx="1554480" cy="530352"/>
          </a:xfrm>
        </p:spPr>
        <p:txBody>
          <a:bodyPr/>
          <a:lstStyle>
            <a:lvl1pPr algn="ctr">
              <a:defRPr lang="en-US" sz="1300" kern="1200" spc="0" baseline="0">
                <a:solidFill>
                  <a:schemeClr val="tx1"/>
                </a:solidFill>
                <a:latin typeface="+mn-lt"/>
                <a:ea typeface="+mn-ea"/>
                <a:cs typeface="+mn-cs"/>
              </a:defRPr>
            </a:lvl1pPr>
          </a:lstStyle>
          <a:p>
            <a:fld id="{357D4CB0-E7EF-4BCA-8CEF-E2DC5FF32E1A}" type="datetimeFigureOut">
              <a:rPr lang="en-IN" smtClean="0"/>
              <a:t>11-02-2026</a:t>
            </a:fld>
            <a:endParaRPr lang="en-IN"/>
          </a:p>
        </p:txBody>
      </p:sp>
      <p:sp>
        <p:nvSpPr>
          <p:cNvPr id="5" name="Footer Placeholder 4"/>
          <p:cNvSpPr>
            <a:spLocks noGrp="1"/>
          </p:cNvSpPr>
          <p:nvPr>
            <p:ph type="ftr" sz="quarter" idx="11"/>
          </p:nvPr>
        </p:nvSpPr>
        <p:spPr>
          <a:xfrm>
            <a:off x="1453553" y="5211060"/>
            <a:ext cx="5907024" cy="228600"/>
          </a:xfrm>
        </p:spPr>
        <p:txBody>
          <a:bodyPr/>
          <a:lstStyle>
            <a:lvl1pPr algn="l">
              <a:defRPr/>
            </a:lvl1pPr>
          </a:lstStyle>
          <a:p>
            <a:endParaRPr lang="en-IN"/>
          </a:p>
        </p:txBody>
      </p:sp>
      <p:sp>
        <p:nvSpPr>
          <p:cNvPr id="6" name="Slide Number Placeholder 5"/>
          <p:cNvSpPr>
            <a:spLocks noGrp="1"/>
          </p:cNvSpPr>
          <p:nvPr>
            <p:ph type="sldNum" sz="quarter" idx="12"/>
          </p:nvPr>
        </p:nvSpPr>
        <p:spPr>
          <a:xfrm>
            <a:off x="8604504" y="5211060"/>
            <a:ext cx="2112264" cy="228600"/>
          </a:xfrm>
        </p:spPr>
        <p:txBody>
          <a:bodyPr/>
          <a:lstStyle/>
          <a:p>
            <a:fld id="{563EA32A-5A2E-4BEE-8592-8AA76CB57ABD}" type="slidenum">
              <a:rPr lang="en-IN" smtClean="0"/>
              <a:t>‹#›</a:t>
            </a:fld>
            <a:endParaRPr lang="en-IN"/>
          </a:p>
        </p:txBody>
      </p:sp>
    </p:spTree>
    <p:extLst>
      <p:ext uri="{BB962C8B-B14F-4D97-AF65-F5344CB8AC3E}">
        <p14:creationId xmlns:p14="http://schemas.microsoft.com/office/powerpoint/2010/main" val="1009263778"/>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66800" y="2103120"/>
            <a:ext cx="475488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70320" y="2103120"/>
            <a:ext cx="475488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57D4CB0-E7EF-4BCA-8CEF-E2DC5FF32E1A}" type="datetimeFigureOut">
              <a:rPr lang="en-IN" smtClean="0"/>
              <a:t>11-02-2026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63EA32A-5A2E-4BEE-8592-8AA76CB57ABD}" type="slidenum">
              <a:rPr lang="en-IN" smtClean="0"/>
              <a:t>‹#›</a:t>
            </a:fld>
            <a:endParaRPr lang="en-IN"/>
          </a:p>
        </p:txBody>
      </p:sp>
    </p:spTree>
    <p:extLst>
      <p:ext uri="{BB962C8B-B14F-4D97-AF65-F5344CB8AC3E}">
        <p14:creationId xmlns:p14="http://schemas.microsoft.com/office/powerpoint/2010/main" val="9617980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69848" y="2074334"/>
            <a:ext cx="4754880" cy="640080"/>
          </a:xfrm>
        </p:spPr>
        <p:txBody>
          <a:bodyPr anchor="ctr">
            <a:normAutofit/>
          </a:bodyPr>
          <a:lstStyle>
            <a:lvl1pPr marL="0" indent="0" algn="ctr">
              <a:spcBef>
                <a:spcPts val="0"/>
              </a:spcBef>
              <a:buNone/>
              <a:defRPr sz="1900" b="0">
                <a:solidFill>
                  <a:schemeClr val="tx2"/>
                </a:solidFill>
                <a:latin typeface="+mn-lt"/>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69848" y="2755898"/>
            <a:ext cx="4754880" cy="32004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73368" y="2074334"/>
            <a:ext cx="4754880" cy="640080"/>
          </a:xfrm>
        </p:spPr>
        <p:txBody>
          <a:bodyPr anchor="ctr">
            <a:normAutofit/>
          </a:bodyPr>
          <a:lstStyle>
            <a:lvl1pPr marL="0" indent="0" algn="ctr">
              <a:spcBef>
                <a:spcPts val="0"/>
              </a:spcBef>
              <a:buNone/>
              <a:defRPr sz="1900" b="0">
                <a:solidFill>
                  <a:schemeClr val="tx2"/>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73368" y="2756581"/>
            <a:ext cx="4754880" cy="32004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57D4CB0-E7EF-4BCA-8CEF-E2DC5FF32E1A}" type="datetimeFigureOut">
              <a:rPr lang="en-IN" smtClean="0"/>
              <a:t>11-02-2026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563EA32A-5A2E-4BEE-8592-8AA76CB57ABD}" type="slidenum">
              <a:rPr lang="en-IN" smtClean="0"/>
              <a:t>‹#›</a:t>
            </a:fld>
            <a:endParaRPr lang="en-IN"/>
          </a:p>
        </p:txBody>
      </p:sp>
    </p:spTree>
    <p:extLst>
      <p:ext uri="{BB962C8B-B14F-4D97-AF65-F5344CB8AC3E}">
        <p14:creationId xmlns:p14="http://schemas.microsoft.com/office/powerpoint/2010/main" val="14318436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357D4CB0-E7EF-4BCA-8CEF-E2DC5FF32E1A}" type="datetimeFigureOut">
              <a:rPr lang="en-IN" smtClean="0"/>
              <a:t>11-02-2026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563EA32A-5A2E-4BEE-8592-8AA76CB57ABD}" type="slidenum">
              <a:rPr lang="en-IN" smtClean="0"/>
              <a:t>‹#›</a:t>
            </a:fld>
            <a:endParaRPr lang="en-IN"/>
          </a:p>
        </p:txBody>
      </p:sp>
    </p:spTree>
    <p:extLst>
      <p:ext uri="{BB962C8B-B14F-4D97-AF65-F5344CB8AC3E}">
        <p14:creationId xmlns:p14="http://schemas.microsoft.com/office/powerpoint/2010/main" val="31872212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57D4CB0-E7EF-4BCA-8CEF-E2DC5FF32E1A}" type="datetimeFigureOut">
              <a:rPr lang="en-IN" smtClean="0"/>
              <a:t>11-02-2026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563EA32A-5A2E-4BEE-8592-8AA76CB57ABD}" type="slidenum">
              <a:rPr lang="en-IN" smtClean="0"/>
              <a:t>‹#›</a:t>
            </a:fld>
            <a:endParaRPr lang="en-IN"/>
          </a:p>
        </p:txBody>
      </p:sp>
    </p:spTree>
    <p:extLst>
      <p:ext uri="{BB962C8B-B14F-4D97-AF65-F5344CB8AC3E}">
        <p14:creationId xmlns:p14="http://schemas.microsoft.com/office/powerpoint/2010/main" val="1604795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6" name="Rectangle 15"/>
          <p:cNvSpPr/>
          <p:nvPr/>
        </p:nvSpPr>
        <p:spPr>
          <a:xfrm>
            <a:off x="245529" y="237744"/>
            <a:ext cx="8531352" cy="6382512"/>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Rectangle 14"/>
          <p:cNvSpPr/>
          <p:nvPr/>
        </p:nvSpPr>
        <p:spPr>
          <a:xfrm>
            <a:off x="9020386" y="237744"/>
            <a:ext cx="2926080" cy="63825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296400" y="607392"/>
            <a:ext cx="2430780" cy="1645920"/>
          </a:xfrm>
        </p:spPr>
        <p:txBody>
          <a:bodyPr anchor="b">
            <a:normAutofit/>
          </a:bodyPr>
          <a:lstStyle>
            <a:lvl1pPr algn="l" defTabSz="914400" rtl="0" eaLnBrk="1" latinLnBrk="0" hangingPunct="1">
              <a:lnSpc>
                <a:spcPct val="90000"/>
              </a:lnSpc>
              <a:spcBef>
                <a:spcPct val="0"/>
              </a:spcBef>
              <a:buNone/>
              <a:defRPr lang="en-US" sz="2800" b="0" kern="1200" cap="none" spc="0" baseline="0" dirty="0">
                <a:solidFill>
                  <a:srgbClr val="FFFFFF"/>
                </a:solidFill>
                <a:effectLst/>
                <a:latin typeface="+mj-lt"/>
                <a:ea typeface="+mn-ea"/>
                <a:cs typeface="+mn-cs"/>
              </a:defRPr>
            </a:lvl1pPr>
          </a:lstStyle>
          <a:p>
            <a:r>
              <a:rPr lang="en-US"/>
              <a:t>Click to edit Master title style</a:t>
            </a:r>
            <a:endParaRPr lang="en-US" dirty="0"/>
          </a:p>
        </p:txBody>
      </p:sp>
      <p:sp>
        <p:nvSpPr>
          <p:cNvPr id="3" name="Content Placeholder 2"/>
          <p:cNvSpPr>
            <a:spLocks noGrp="1"/>
          </p:cNvSpPr>
          <p:nvPr>
            <p:ph idx="1"/>
          </p:nvPr>
        </p:nvSpPr>
        <p:spPr>
          <a:xfrm>
            <a:off x="685800" y="609600"/>
            <a:ext cx="7772400" cy="53340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296400" y="2286000"/>
            <a:ext cx="2430780" cy="3505200"/>
          </a:xfrm>
        </p:spPr>
        <p:txBody>
          <a:bodyPr>
            <a:normAutofit/>
          </a:bodyPr>
          <a:lstStyle>
            <a:lvl1pPr marL="0" indent="0">
              <a:lnSpc>
                <a:spcPct val="110000"/>
              </a:lnSpc>
              <a:spcBef>
                <a:spcPts val="800"/>
              </a:spcBef>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p:cNvSpPr>
            <a:spLocks noGrp="1"/>
          </p:cNvSpPr>
          <p:nvPr>
            <p:ph type="dt" sz="half" idx="10"/>
          </p:nvPr>
        </p:nvSpPr>
        <p:spPr/>
        <p:txBody>
          <a:bodyPr/>
          <a:lstStyle/>
          <a:p>
            <a:fld id="{357D4CB0-E7EF-4BCA-8CEF-E2DC5FF32E1A}" type="datetimeFigureOut">
              <a:rPr lang="en-IN" smtClean="0"/>
              <a:t>11-02-2026</a:t>
            </a:fld>
            <a:endParaRPr lang="en-IN"/>
          </a:p>
        </p:txBody>
      </p:sp>
      <p:sp>
        <p:nvSpPr>
          <p:cNvPr id="9" name="Footer Placeholder 8"/>
          <p:cNvSpPr>
            <a:spLocks noGrp="1"/>
          </p:cNvSpPr>
          <p:nvPr>
            <p:ph type="ftr" sz="quarter" idx="11"/>
          </p:nvPr>
        </p:nvSpPr>
        <p:spPr/>
        <p:txBody>
          <a:bodyPr/>
          <a:lstStyle>
            <a:lvl1pPr algn="r">
              <a:defRPr/>
            </a:lvl1pPr>
          </a:lstStyle>
          <a:p>
            <a:endParaRPr lang="en-IN"/>
          </a:p>
        </p:txBody>
      </p:sp>
      <p:sp>
        <p:nvSpPr>
          <p:cNvPr id="11" name="Slide Number Placeholder 10"/>
          <p:cNvSpPr>
            <a:spLocks noGrp="1"/>
          </p:cNvSpPr>
          <p:nvPr>
            <p:ph type="sldNum" sz="quarter" idx="12"/>
          </p:nvPr>
        </p:nvSpPr>
        <p:spPr>
          <a:xfrm>
            <a:off x="10393677" y="6223002"/>
            <a:ext cx="1463040" cy="274320"/>
          </a:xfrm>
        </p:spPr>
        <p:txBody>
          <a:bodyPr/>
          <a:lstStyle>
            <a:lvl1pPr>
              <a:defRPr>
                <a:solidFill>
                  <a:srgbClr val="FFFFFF"/>
                </a:solidFill>
              </a:defRPr>
            </a:lvl1pPr>
          </a:lstStyle>
          <a:p>
            <a:fld id="{563EA32A-5A2E-4BEE-8592-8AA76CB57ABD}" type="slidenum">
              <a:rPr lang="en-IN" smtClean="0"/>
              <a:t>‹#›</a:t>
            </a:fld>
            <a:endParaRPr lang="en-IN"/>
          </a:p>
        </p:txBody>
      </p:sp>
      <p:sp>
        <p:nvSpPr>
          <p:cNvPr id="12" name="Rectangle 11"/>
          <p:cNvSpPr/>
          <p:nvPr/>
        </p:nvSpPr>
        <p:spPr>
          <a:xfrm>
            <a:off x="9157546" y="374904"/>
            <a:ext cx="2651760" cy="6108192"/>
          </a:xfrm>
          <a:prstGeom prst="rect">
            <a:avLst/>
          </a:prstGeom>
          <a:noFill/>
          <a:ln w="63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4907387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4" name="Rectangle 13"/>
          <p:cNvSpPr/>
          <p:nvPr/>
        </p:nvSpPr>
        <p:spPr>
          <a:xfrm>
            <a:off x="9020386" y="237744"/>
            <a:ext cx="2926080" cy="63825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296400" y="603504"/>
            <a:ext cx="2432304" cy="1645920"/>
          </a:xfrm>
        </p:spPr>
        <p:txBody>
          <a:bodyPr anchor="b">
            <a:noAutofit/>
          </a:bodyPr>
          <a:lstStyle>
            <a:lvl1pPr algn="l">
              <a:defRPr sz="2800" b="0">
                <a:solidFill>
                  <a:srgbClr val="FFFFFF"/>
                </a:solidFill>
                <a:latin typeface="+mj-lt"/>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228599" y="237744"/>
            <a:ext cx="8531352" cy="6382512"/>
          </a:xfrm>
          <a:solidFill>
            <a:schemeClr val="accent1">
              <a:lumMod val="60000"/>
              <a:lumOff val="40000"/>
            </a:schemeClr>
          </a:solidFill>
          <a:ln>
            <a:noFill/>
          </a:ln>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296400" y="2286000"/>
            <a:ext cx="2432304" cy="3502152"/>
          </a:xfrm>
        </p:spPr>
        <p:txBody>
          <a:bodyPr>
            <a:normAutofit/>
          </a:bodyPr>
          <a:lstStyle>
            <a:lvl1pPr marL="0" indent="0" algn="l">
              <a:lnSpc>
                <a:spcPct val="110000"/>
              </a:lnSpc>
              <a:spcBef>
                <a:spcPts val="800"/>
              </a:spcBef>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rgbClr val="FFFFFF"/>
                </a:solidFill>
                <a:effectLst>
                  <a:outerShdw blurRad="12700" dist="6350" dir="2700000" algn="tl" rotWithShape="0">
                    <a:prstClr val="black">
                      <a:alpha val="40000"/>
                    </a:prstClr>
                  </a:outerShdw>
                </a:effectLst>
              </a:defRPr>
            </a:lvl1pPr>
          </a:lstStyle>
          <a:p>
            <a:fld id="{357D4CB0-E7EF-4BCA-8CEF-E2DC5FF32E1A}" type="datetimeFigureOut">
              <a:rPr lang="en-IN" smtClean="0"/>
              <a:t>11-02-2026</a:t>
            </a:fld>
            <a:endParaRPr lang="en-IN"/>
          </a:p>
        </p:txBody>
      </p:sp>
      <p:sp>
        <p:nvSpPr>
          <p:cNvPr id="6" name="Footer Placeholder 5"/>
          <p:cNvSpPr>
            <a:spLocks noGrp="1"/>
          </p:cNvSpPr>
          <p:nvPr>
            <p:ph type="ftr" sz="quarter" idx="11"/>
          </p:nvPr>
        </p:nvSpPr>
        <p:spPr/>
        <p:txBody>
          <a:bodyPr/>
          <a:lstStyle>
            <a:lvl1pPr marL="0" algn="r" defTabSz="914400" rtl="0" eaLnBrk="1" latinLnBrk="0" hangingPunct="1">
              <a:defRPr lang="en-US" sz="1000" kern="1200" dirty="0">
                <a:solidFill>
                  <a:srgbClr val="FFFFFF"/>
                </a:solidFill>
                <a:effectLst>
                  <a:outerShdw blurRad="12700" dist="6350" dir="2700000" algn="tl" rotWithShape="0">
                    <a:prstClr val="black">
                      <a:alpha val="40000"/>
                    </a:prstClr>
                  </a:outerShdw>
                </a:effectLst>
                <a:latin typeface="+mn-lt"/>
                <a:ea typeface="+mn-ea"/>
                <a:cs typeface="+mn-cs"/>
              </a:defRPr>
            </a:lvl1pPr>
          </a:lstStyle>
          <a:p>
            <a:endParaRPr lang="en-IN"/>
          </a:p>
        </p:txBody>
      </p:sp>
      <p:sp>
        <p:nvSpPr>
          <p:cNvPr id="7" name="Slide Number Placeholder 6"/>
          <p:cNvSpPr>
            <a:spLocks noGrp="1"/>
          </p:cNvSpPr>
          <p:nvPr>
            <p:ph type="sldNum" sz="quarter" idx="12"/>
          </p:nvPr>
        </p:nvSpPr>
        <p:spPr>
          <a:xfrm>
            <a:off x="10396728" y="6227064"/>
            <a:ext cx="1463040" cy="274320"/>
          </a:xfrm>
        </p:spPr>
        <p:txBody>
          <a:bodyPr/>
          <a:lstStyle>
            <a:lvl1pPr>
              <a:defRPr>
                <a:solidFill>
                  <a:srgbClr val="FFFFFF"/>
                </a:solidFill>
              </a:defRPr>
            </a:lvl1pPr>
          </a:lstStyle>
          <a:p>
            <a:fld id="{563EA32A-5A2E-4BEE-8592-8AA76CB57ABD}" type="slidenum">
              <a:rPr lang="en-IN" smtClean="0"/>
              <a:t>‹#›</a:t>
            </a:fld>
            <a:endParaRPr lang="en-IN"/>
          </a:p>
        </p:txBody>
      </p:sp>
      <p:sp>
        <p:nvSpPr>
          <p:cNvPr id="10" name="Rectangle 9"/>
          <p:cNvSpPr/>
          <p:nvPr/>
        </p:nvSpPr>
        <p:spPr>
          <a:xfrm>
            <a:off x="9157546" y="374904"/>
            <a:ext cx="2651760" cy="6108192"/>
          </a:xfrm>
          <a:prstGeom prst="rect">
            <a:avLst/>
          </a:prstGeom>
          <a:noFill/>
          <a:ln w="63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30661358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57D4CB0-E7EF-4BCA-8CEF-E2DC5FF32E1A}" type="datetimeFigureOut">
              <a:rPr lang="en-IN" smtClean="0"/>
              <a:t>11-02-2026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63EA32A-5A2E-4BEE-8592-8AA76CB57ABD}" type="slidenum">
              <a:rPr lang="en-IN" smtClean="0"/>
              <a:t>‹#›</a:t>
            </a:fld>
            <a:endParaRPr lang="en-IN"/>
          </a:p>
        </p:txBody>
      </p:sp>
    </p:spTree>
    <p:extLst>
      <p:ext uri="{BB962C8B-B14F-4D97-AF65-F5344CB8AC3E}">
        <p14:creationId xmlns:p14="http://schemas.microsoft.com/office/powerpoint/2010/main" val="37526044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1600" y="762000"/>
            <a:ext cx="2362200" cy="52578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762000"/>
            <a:ext cx="8077200" cy="5257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57D4CB0-E7EF-4BCA-8CEF-E2DC5FF32E1A}" type="datetimeFigureOut">
              <a:rPr lang="en-IN" smtClean="0"/>
              <a:t>11-02-2026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63EA32A-5A2E-4BEE-8592-8AA76CB57ABD}" type="slidenum">
              <a:rPr lang="en-IN" smtClean="0"/>
              <a:t>‹#›</a:t>
            </a:fld>
            <a:endParaRPr lang="en-IN"/>
          </a:p>
        </p:txBody>
      </p:sp>
    </p:spTree>
    <p:extLst>
      <p:ext uri="{BB962C8B-B14F-4D97-AF65-F5344CB8AC3E}">
        <p14:creationId xmlns:p14="http://schemas.microsoft.com/office/powerpoint/2010/main" val="25976789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234696" y="237744"/>
            <a:ext cx="11722608" cy="6382512"/>
          </a:xfrm>
          <a:prstGeom prst="rect">
            <a:avLst/>
          </a:prstGeom>
          <a:solidFill>
            <a:schemeClr val="bg2"/>
          </a:solidFill>
          <a:ln w="6350" cap="flat" cmpd="sng" algn="ctr">
            <a:noFill/>
            <a:prstDash val="solid"/>
          </a:ln>
          <a:effectLst>
            <a:softEdge rad="0"/>
          </a:effectLst>
        </p:spPr>
      </p:sp>
      <p:sp>
        <p:nvSpPr>
          <p:cNvPr id="2" name="Title Placeholder 1"/>
          <p:cNvSpPr>
            <a:spLocks noGrp="1"/>
          </p:cNvSpPr>
          <p:nvPr>
            <p:ph type="title"/>
          </p:nvPr>
        </p:nvSpPr>
        <p:spPr>
          <a:xfrm>
            <a:off x="1066800" y="642594"/>
            <a:ext cx="10058400" cy="13716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66800" y="2103120"/>
            <a:ext cx="10058400" cy="39319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274320" y="6307672"/>
            <a:ext cx="2743200" cy="274320"/>
          </a:xfrm>
          <a:prstGeom prst="rect">
            <a:avLst/>
          </a:prstGeom>
        </p:spPr>
        <p:txBody>
          <a:bodyPr vert="horz" lIns="91440" tIns="45720" rIns="91440" bIns="45720" rtlCol="0" anchor="b"/>
          <a:lstStyle>
            <a:lvl1pPr algn="l">
              <a:defRPr sz="1000">
                <a:solidFill>
                  <a:schemeClr val="tx1">
                    <a:lumMod val="75000"/>
                    <a:lumOff val="25000"/>
                  </a:schemeClr>
                </a:solidFill>
              </a:defRPr>
            </a:lvl1pPr>
          </a:lstStyle>
          <a:p>
            <a:fld id="{357D4CB0-E7EF-4BCA-8CEF-E2DC5FF32E1A}" type="datetimeFigureOut">
              <a:rPr lang="en-IN" smtClean="0"/>
              <a:t>11-02-2026</a:t>
            </a:fld>
            <a:endParaRPr lang="en-IN"/>
          </a:p>
        </p:txBody>
      </p:sp>
      <p:sp>
        <p:nvSpPr>
          <p:cNvPr id="5" name="Footer Placeholder 4"/>
          <p:cNvSpPr>
            <a:spLocks noGrp="1"/>
          </p:cNvSpPr>
          <p:nvPr>
            <p:ph type="ftr" sz="quarter" idx="3"/>
          </p:nvPr>
        </p:nvSpPr>
        <p:spPr>
          <a:xfrm>
            <a:off x="3489960" y="6307672"/>
            <a:ext cx="5212080" cy="274320"/>
          </a:xfrm>
          <a:prstGeom prst="rect">
            <a:avLst/>
          </a:prstGeom>
        </p:spPr>
        <p:txBody>
          <a:bodyPr vert="horz" lIns="91440" tIns="45720" rIns="91440" bIns="45720" rtlCol="0" anchor="b"/>
          <a:lstStyle>
            <a:lvl1pPr algn="ctr">
              <a:defRPr sz="1000">
                <a:solidFill>
                  <a:schemeClr val="tx1">
                    <a:lumMod val="75000"/>
                    <a:lumOff val="25000"/>
                  </a:schemeClr>
                </a:solidFill>
              </a:defRPr>
            </a:lvl1pPr>
          </a:lstStyle>
          <a:p>
            <a:endParaRPr lang="en-IN"/>
          </a:p>
        </p:txBody>
      </p:sp>
      <p:sp>
        <p:nvSpPr>
          <p:cNvPr id="6" name="Slide Number Placeholder 5"/>
          <p:cNvSpPr>
            <a:spLocks noGrp="1"/>
          </p:cNvSpPr>
          <p:nvPr>
            <p:ph type="sldNum" sz="quarter" idx="4"/>
          </p:nvPr>
        </p:nvSpPr>
        <p:spPr>
          <a:xfrm>
            <a:off x="10469880" y="6307672"/>
            <a:ext cx="1463040" cy="274320"/>
          </a:xfrm>
          <a:prstGeom prst="rect">
            <a:avLst/>
          </a:prstGeom>
        </p:spPr>
        <p:txBody>
          <a:bodyPr vert="horz" lIns="91440" tIns="45720" rIns="91440" bIns="45720" rtlCol="0" anchor="b"/>
          <a:lstStyle>
            <a:lvl1pPr algn="r">
              <a:defRPr sz="1000">
                <a:solidFill>
                  <a:schemeClr val="tx1">
                    <a:lumMod val="75000"/>
                    <a:lumOff val="25000"/>
                  </a:schemeClr>
                </a:solidFill>
              </a:defRPr>
            </a:lvl1pPr>
          </a:lstStyle>
          <a:p>
            <a:fld id="{563EA32A-5A2E-4BEE-8592-8AA76CB57ABD}" type="slidenum">
              <a:rPr lang="en-IN" smtClean="0"/>
              <a:t>‹#›</a:t>
            </a:fld>
            <a:endParaRPr lang="en-IN"/>
          </a:p>
        </p:txBody>
      </p:sp>
    </p:spTree>
    <p:extLst>
      <p:ext uri="{BB962C8B-B14F-4D97-AF65-F5344CB8AC3E}">
        <p14:creationId xmlns:p14="http://schemas.microsoft.com/office/powerpoint/2010/main" val="1482018777"/>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xStyles>
    <p:titleStyle>
      <a:lvl1pPr algn="l" defTabSz="914400" rtl="0" eaLnBrk="1" latinLnBrk="0" hangingPunct="1">
        <a:lnSpc>
          <a:spcPct val="90000"/>
        </a:lnSpc>
        <a:spcBef>
          <a:spcPct val="0"/>
        </a:spcBef>
        <a:buNone/>
        <a:defRPr lang="en-US" sz="4800" kern="1200" cap="none" spc="0" baseline="0" dirty="0">
          <a:solidFill>
            <a:schemeClr val="tx1">
              <a:lumMod val="85000"/>
              <a:lumOff val="15000"/>
            </a:schemeClr>
          </a:solidFill>
          <a:effectLst/>
          <a:latin typeface="+mj-lt"/>
          <a:ea typeface="+mn-ea"/>
          <a:cs typeface="+mn-cs"/>
        </a:defRPr>
      </a:lvl1pPr>
    </p:titleStyle>
    <p:bodyStyle>
      <a:lvl1pPr marL="182880" indent="-182880" algn="l" defTabSz="914400" rtl="0" eaLnBrk="1" latinLnBrk="0" hangingPunct="1">
        <a:lnSpc>
          <a:spcPct val="100000"/>
        </a:lnSpc>
        <a:spcBef>
          <a:spcPts val="900"/>
        </a:spcBef>
        <a:spcAft>
          <a:spcPts val="0"/>
        </a:spcAft>
        <a:buClr>
          <a:schemeClr val="tx1">
            <a:lumMod val="85000"/>
            <a:lumOff val="15000"/>
          </a:schemeClr>
        </a:buClr>
        <a:buFont typeface="Garamond" pitchFamily="18" charset="0"/>
        <a:buChar char="◦"/>
        <a:defRPr sz="1800" kern="1200">
          <a:solidFill>
            <a:schemeClr val="tx1"/>
          </a:solidFill>
          <a:latin typeface="+mn-lt"/>
          <a:ea typeface="+mn-ea"/>
          <a:cs typeface="+mn-cs"/>
        </a:defRPr>
      </a:lvl1pPr>
      <a:lvl2pPr marL="45720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600" kern="1200">
          <a:solidFill>
            <a:schemeClr val="tx1"/>
          </a:solidFill>
          <a:latin typeface="+mn-lt"/>
          <a:ea typeface="+mn-ea"/>
          <a:cs typeface="+mn-cs"/>
        </a:defRPr>
      </a:lvl2pPr>
      <a:lvl3pPr marL="73152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3pPr>
      <a:lvl4pPr marL="100584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4pPr>
      <a:lvl5pPr marL="128016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5pPr>
      <a:lvl6pPr marL="16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6pPr>
      <a:lvl7pPr marL="19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7pPr>
      <a:lvl8pPr marL="22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8pPr>
      <a:lvl9pPr marL="25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731F1D4-5402-670E-09F9-5807B8885EE6}"/>
              </a:ext>
            </a:extLst>
          </p:cNvPr>
          <p:cNvSpPr txBox="1"/>
          <p:nvPr/>
        </p:nvSpPr>
        <p:spPr>
          <a:xfrm>
            <a:off x="1600199" y="2077279"/>
            <a:ext cx="9173817" cy="2123658"/>
          </a:xfrm>
          <a:prstGeom prst="rect">
            <a:avLst/>
          </a:prstGeom>
          <a:noFill/>
        </p:spPr>
        <p:txBody>
          <a:bodyPr wrap="square" rtlCol="0">
            <a:spAutoFit/>
          </a:bodyPr>
          <a:lstStyle/>
          <a:p>
            <a:pPr algn="ctr"/>
            <a:r>
              <a:rPr lang="en-IN" sz="4400" dirty="0">
                <a:latin typeface="Algerian" panose="04020705040A02060702" pitchFamily="82" charset="0"/>
              </a:rPr>
              <a:t>MACHINE UNDERSTANDABLE KNOWLEDGE STRUCTURE QUERY INTERFACE</a:t>
            </a:r>
          </a:p>
        </p:txBody>
      </p:sp>
    </p:spTree>
    <p:extLst>
      <p:ext uri="{BB962C8B-B14F-4D97-AF65-F5344CB8AC3E}">
        <p14:creationId xmlns:p14="http://schemas.microsoft.com/office/powerpoint/2010/main" val="30168920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F256146-6EC1-1574-8070-2E76CEB45CDD}"/>
              </a:ext>
            </a:extLst>
          </p:cNvPr>
          <p:cNvSpPr txBox="1"/>
          <p:nvPr/>
        </p:nvSpPr>
        <p:spPr>
          <a:xfrm>
            <a:off x="684143" y="1938130"/>
            <a:ext cx="10823713" cy="2534667"/>
          </a:xfrm>
          <a:prstGeom prst="rect">
            <a:avLst/>
          </a:prstGeom>
          <a:noFill/>
        </p:spPr>
        <p:txBody>
          <a:bodyPr wrap="square">
            <a:spAutoFit/>
          </a:bodyPr>
          <a:lstStyle/>
          <a:p>
            <a:endParaRPr lang="en-US" sz="2000" dirty="0"/>
          </a:p>
          <a:p>
            <a:endParaRPr lang="en-US" sz="2000" dirty="0"/>
          </a:p>
          <a:p>
            <a:r>
              <a:rPr lang="en-US" sz="2000" dirty="0">
                <a:solidFill>
                  <a:schemeClr val="tx1">
                    <a:lumMod val="95000"/>
                    <a:lumOff val="5000"/>
                  </a:schemeClr>
                </a:solidFill>
              </a:rPr>
              <a:t>Natural language is difficult for computers to understand directly because computers do not think like humans. They require information to be organized in a structured format using proper models and data structures. This system connects human questions with machine-readable data by converting natural language into structured queries. As a result, it improves the accuracy and efficiency of retrieving information from the knowledge base.</a:t>
            </a:r>
          </a:p>
        </p:txBody>
      </p:sp>
      <p:sp>
        <p:nvSpPr>
          <p:cNvPr id="5" name="TextBox 4">
            <a:extLst>
              <a:ext uri="{FF2B5EF4-FFF2-40B4-BE49-F238E27FC236}">
                <a16:creationId xmlns:a16="http://schemas.microsoft.com/office/drawing/2014/main" id="{D792D211-3D22-8273-BEB3-8AD3DC490729}"/>
              </a:ext>
            </a:extLst>
          </p:cNvPr>
          <p:cNvSpPr txBox="1"/>
          <p:nvPr/>
        </p:nvSpPr>
        <p:spPr>
          <a:xfrm>
            <a:off x="3889513" y="526774"/>
            <a:ext cx="4412974" cy="769441"/>
          </a:xfrm>
          <a:prstGeom prst="rect">
            <a:avLst/>
          </a:prstGeom>
          <a:noFill/>
        </p:spPr>
        <p:txBody>
          <a:bodyPr wrap="square" rtlCol="0">
            <a:spAutoFit/>
          </a:bodyPr>
          <a:lstStyle/>
          <a:p>
            <a:pPr algn="ctr"/>
            <a:r>
              <a:rPr lang="en-IN" sz="4400" dirty="0">
                <a:latin typeface="Algerian" panose="04020705040A02060702" pitchFamily="82" charset="0"/>
              </a:rPr>
              <a:t>INTRODUCTION</a:t>
            </a:r>
          </a:p>
        </p:txBody>
      </p:sp>
    </p:spTree>
    <p:extLst>
      <p:ext uri="{BB962C8B-B14F-4D97-AF65-F5344CB8AC3E}">
        <p14:creationId xmlns:p14="http://schemas.microsoft.com/office/powerpoint/2010/main" val="31040081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A0B71F4-5260-47EA-C886-5A2775600E47}"/>
              </a:ext>
            </a:extLst>
          </p:cNvPr>
          <p:cNvSpPr txBox="1"/>
          <p:nvPr/>
        </p:nvSpPr>
        <p:spPr>
          <a:xfrm>
            <a:off x="1093304" y="998378"/>
            <a:ext cx="6097656" cy="2031325"/>
          </a:xfrm>
          <a:prstGeom prst="rect">
            <a:avLst/>
          </a:prstGeom>
          <a:noFill/>
        </p:spPr>
        <p:txBody>
          <a:bodyPr wrap="square">
            <a:spAutoFit/>
          </a:bodyPr>
          <a:lstStyle/>
          <a:p>
            <a:r>
              <a:rPr lang="en-US" dirty="0"/>
              <a:t>Information is organized in a structured format so that computers can understand it easily. It uses data models such as ontologies, knowledge graphs, and RDF (Resource Description Framework) to define concepts and show relationships between different pieces of data. This structured approach helps machines process, store, and retrieve information in an intelligent and efficient way.</a:t>
            </a:r>
          </a:p>
        </p:txBody>
      </p:sp>
      <p:sp>
        <p:nvSpPr>
          <p:cNvPr id="4" name="TextBox 3">
            <a:extLst>
              <a:ext uri="{FF2B5EF4-FFF2-40B4-BE49-F238E27FC236}">
                <a16:creationId xmlns:a16="http://schemas.microsoft.com/office/drawing/2014/main" id="{531F2273-8711-6E33-299D-BB7B5D76BD8B}"/>
              </a:ext>
            </a:extLst>
          </p:cNvPr>
          <p:cNvSpPr txBox="1"/>
          <p:nvPr/>
        </p:nvSpPr>
        <p:spPr>
          <a:xfrm>
            <a:off x="765313" y="447262"/>
            <a:ext cx="9074426" cy="523220"/>
          </a:xfrm>
          <a:prstGeom prst="rect">
            <a:avLst/>
          </a:prstGeom>
          <a:noFill/>
        </p:spPr>
        <p:txBody>
          <a:bodyPr wrap="square" rtlCol="0">
            <a:spAutoFit/>
          </a:bodyPr>
          <a:lstStyle/>
          <a:p>
            <a:pPr marL="342900" indent="-342900">
              <a:buFont typeface="Arial" panose="020B0604020202020204" pitchFamily="34" charset="0"/>
              <a:buChar char="•"/>
            </a:pPr>
            <a:r>
              <a:rPr lang="en-US" sz="2800" dirty="0">
                <a:latin typeface="Algerian" panose="04020705040A02060702" pitchFamily="82" charset="0"/>
              </a:rPr>
              <a:t>What is machine understandable knowledge?</a:t>
            </a:r>
            <a:endParaRPr lang="en-IN" sz="2800" dirty="0">
              <a:latin typeface="Algerian" panose="04020705040A02060702" pitchFamily="82" charset="0"/>
            </a:endParaRPr>
          </a:p>
        </p:txBody>
      </p:sp>
      <p:sp>
        <p:nvSpPr>
          <p:cNvPr id="6" name="TextBox 5">
            <a:extLst>
              <a:ext uri="{FF2B5EF4-FFF2-40B4-BE49-F238E27FC236}">
                <a16:creationId xmlns:a16="http://schemas.microsoft.com/office/drawing/2014/main" id="{1A5F18B3-7810-DD9E-5F6B-96EFC1B0B74F}"/>
              </a:ext>
            </a:extLst>
          </p:cNvPr>
          <p:cNvSpPr txBox="1"/>
          <p:nvPr/>
        </p:nvSpPr>
        <p:spPr>
          <a:xfrm>
            <a:off x="765313" y="3531994"/>
            <a:ext cx="10160277" cy="861774"/>
          </a:xfrm>
          <a:prstGeom prst="rect">
            <a:avLst/>
          </a:prstGeom>
          <a:noFill/>
        </p:spPr>
        <p:txBody>
          <a:bodyPr wrap="square">
            <a:spAutoFit/>
          </a:bodyPr>
          <a:lstStyle/>
          <a:p>
            <a:pPr marL="457200" indent="-457200">
              <a:buFont typeface="Arial" panose="020B0604020202020204" pitchFamily="34" charset="0"/>
              <a:buChar char="•"/>
            </a:pPr>
            <a:r>
              <a:rPr lang="en-US" sz="3200" dirty="0">
                <a:latin typeface="Algerian" panose="04020705040A02060702" pitchFamily="82" charset="0"/>
              </a:rPr>
              <a:t>Knowledge Structure</a:t>
            </a:r>
          </a:p>
          <a:p>
            <a:endParaRPr lang="en-US" dirty="0"/>
          </a:p>
        </p:txBody>
      </p:sp>
      <p:sp>
        <p:nvSpPr>
          <p:cNvPr id="5" name="TextBox 4">
            <a:extLst>
              <a:ext uri="{FF2B5EF4-FFF2-40B4-BE49-F238E27FC236}">
                <a16:creationId xmlns:a16="http://schemas.microsoft.com/office/drawing/2014/main" id="{6BB47804-17A3-1C6F-A2A4-2A3F19050716}"/>
              </a:ext>
            </a:extLst>
          </p:cNvPr>
          <p:cNvSpPr txBox="1"/>
          <p:nvPr/>
        </p:nvSpPr>
        <p:spPr>
          <a:xfrm>
            <a:off x="1093304" y="4253948"/>
            <a:ext cx="6410739" cy="1477328"/>
          </a:xfrm>
          <a:prstGeom prst="rect">
            <a:avLst/>
          </a:prstGeom>
          <a:noFill/>
        </p:spPr>
        <p:txBody>
          <a:bodyPr wrap="square" rtlCol="0">
            <a:spAutoFit/>
          </a:bodyPr>
          <a:lstStyle/>
          <a:p>
            <a:r>
              <a:rPr lang="en-US" dirty="0"/>
              <a:t>A knowledge structure includes:</a:t>
            </a:r>
          </a:p>
          <a:p>
            <a:pPr marL="285750" indent="-285750">
              <a:buFont typeface="Arial" panose="020B0604020202020204" pitchFamily="34" charset="0"/>
              <a:buChar char="•"/>
            </a:pPr>
            <a:r>
              <a:rPr lang="en-US" dirty="0"/>
              <a:t>Entities (Objects like Person, Place, Event)</a:t>
            </a:r>
          </a:p>
          <a:p>
            <a:pPr marL="285750" indent="-285750">
              <a:buFont typeface="Arial" panose="020B0604020202020204" pitchFamily="34" charset="0"/>
              <a:buChar char="•"/>
            </a:pPr>
            <a:r>
              <a:rPr lang="en-US" dirty="0"/>
              <a:t>Attributes (Details like name, age, location)</a:t>
            </a:r>
          </a:p>
          <a:p>
            <a:pPr marL="285750" indent="-285750">
              <a:buFont typeface="Arial" panose="020B0604020202020204" pitchFamily="34" charset="0"/>
              <a:buChar char="•"/>
            </a:pPr>
            <a:r>
              <a:rPr lang="en-US" dirty="0"/>
              <a:t>Relationships (Connections between entities)</a:t>
            </a:r>
          </a:p>
          <a:p>
            <a:endParaRPr lang="en-IN" dirty="0"/>
          </a:p>
        </p:txBody>
      </p:sp>
      <p:pic>
        <p:nvPicPr>
          <p:cNvPr id="8" name="Picture 7">
            <a:extLst>
              <a:ext uri="{FF2B5EF4-FFF2-40B4-BE49-F238E27FC236}">
                <a16:creationId xmlns:a16="http://schemas.microsoft.com/office/drawing/2014/main" id="{85A8CE58-E700-4C5E-4661-48A48147BB3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190960" y="3326006"/>
            <a:ext cx="4627099" cy="3084732"/>
          </a:xfrm>
          <a:prstGeom prst="rect">
            <a:avLst/>
          </a:prstGeom>
        </p:spPr>
      </p:pic>
    </p:spTree>
    <p:extLst>
      <p:ext uri="{BB962C8B-B14F-4D97-AF65-F5344CB8AC3E}">
        <p14:creationId xmlns:p14="http://schemas.microsoft.com/office/powerpoint/2010/main" val="28337610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9126A323-63FD-ED07-AB64-78821BE10BC1}"/>
              </a:ext>
            </a:extLst>
          </p:cNvPr>
          <p:cNvSpPr txBox="1"/>
          <p:nvPr/>
        </p:nvSpPr>
        <p:spPr>
          <a:xfrm>
            <a:off x="1162879" y="1982449"/>
            <a:ext cx="9484416" cy="1200329"/>
          </a:xfrm>
          <a:prstGeom prst="rect">
            <a:avLst/>
          </a:prstGeom>
          <a:noFill/>
        </p:spPr>
        <p:txBody>
          <a:bodyPr wrap="square">
            <a:spAutoFit/>
          </a:bodyPr>
          <a:lstStyle/>
          <a:p>
            <a:r>
              <a:rPr lang="en-US" dirty="0"/>
              <a:t>A query interface is a system that allows users to ask questions in simple language. It takes the user’s input and converts it into machine-readable queries that the computer or database can understand. After processing the query, it retrieves the relevant information from the database and displays the correct results to the user.</a:t>
            </a:r>
          </a:p>
        </p:txBody>
      </p:sp>
      <p:sp>
        <p:nvSpPr>
          <p:cNvPr id="7" name="TextBox 6">
            <a:extLst>
              <a:ext uri="{FF2B5EF4-FFF2-40B4-BE49-F238E27FC236}">
                <a16:creationId xmlns:a16="http://schemas.microsoft.com/office/drawing/2014/main" id="{AF3E71CC-EF23-7FD7-A2B4-8BC11431980E}"/>
              </a:ext>
            </a:extLst>
          </p:cNvPr>
          <p:cNvSpPr txBox="1"/>
          <p:nvPr/>
        </p:nvSpPr>
        <p:spPr>
          <a:xfrm>
            <a:off x="1162879" y="3675223"/>
            <a:ext cx="6097656" cy="1477328"/>
          </a:xfrm>
          <a:prstGeom prst="rect">
            <a:avLst/>
          </a:prstGeom>
          <a:noFill/>
        </p:spPr>
        <p:txBody>
          <a:bodyPr wrap="square">
            <a:spAutoFit/>
          </a:bodyPr>
          <a:lstStyle/>
          <a:p>
            <a:r>
              <a:rPr lang="en-US" b="1" u="sng" dirty="0"/>
              <a:t>Examples :</a:t>
            </a:r>
          </a:p>
          <a:p>
            <a:endParaRPr lang="en-US" b="1" u="sng" dirty="0"/>
          </a:p>
          <a:p>
            <a:pPr marL="342900" indent="-342900">
              <a:buFont typeface="+mj-lt"/>
              <a:buAutoNum type="arabicPeriod"/>
            </a:pPr>
            <a:r>
              <a:rPr lang="en-US" dirty="0"/>
              <a:t>Search engines</a:t>
            </a:r>
          </a:p>
          <a:p>
            <a:pPr marL="342900" indent="-342900">
              <a:buFont typeface="+mj-lt"/>
              <a:buAutoNum type="arabicPeriod"/>
            </a:pPr>
            <a:r>
              <a:rPr lang="en-US" dirty="0"/>
              <a:t>Chatbots</a:t>
            </a:r>
          </a:p>
          <a:p>
            <a:pPr marL="342900" indent="-342900">
              <a:buFont typeface="+mj-lt"/>
              <a:buAutoNum type="arabicPeriod"/>
            </a:pPr>
            <a:r>
              <a:rPr lang="en-US" dirty="0"/>
              <a:t>Database query systems</a:t>
            </a:r>
            <a:endParaRPr lang="en-IN" dirty="0"/>
          </a:p>
        </p:txBody>
      </p:sp>
      <p:sp>
        <p:nvSpPr>
          <p:cNvPr id="2" name="TextBox 1">
            <a:extLst>
              <a:ext uri="{FF2B5EF4-FFF2-40B4-BE49-F238E27FC236}">
                <a16:creationId xmlns:a16="http://schemas.microsoft.com/office/drawing/2014/main" id="{9CB6ABB5-1A51-227C-6C04-BE74BDEF1EAF}"/>
              </a:ext>
            </a:extLst>
          </p:cNvPr>
          <p:cNvSpPr txBox="1"/>
          <p:nvPr/>
        </p:nvSpPr>
        <p:spPr>
          <a:xfrm>
            <a:off x="904461" y="693868"/>
            <a:ext cx="7185992" cy="707886"/>
          </a:xfrm>
          <a:prstGeom prst="rect">
            <a:avLst/>
          </a:prstGeom>
          <a:noFill/>
        </p:spPr>
        <p:txBody>
          <a:bodyPr wrap="square" rtlCol="0">
            <a:spAutoFit/>
          </a:bodyPr>
          <a:lstStyle/>
          <a:p>
            <a:r>
              <a:rPr lang="en-IN" sz="4000" dirty="0">
                <a:latin typeface="Algerian" panose="04020705040A02060702" pitchFamily="82" charset="0"/>
              </a:rPr>
              <a:t>WHAT IS QUERY INTERFACE?</a:t>
            </a:r>
          </a:p>
        </p:txBody>
      </p:sp>
    </p:spTree>
    <p:extLst>
      <p:ext uri="{BB962C8B-B14F-4D97-AF65-F5344CB8AC3E}">
        <p14:creationId xmlns:p14="http://schemas.microsoft.com/office/powerpoint/2010/main" val="28645843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D0CCA9F7-D0B7-1DAC-792F-DD5313F69C6A}"/>
              </a:ext>
            </a:extLst>
          </p:cNvPr>
          <p:cNvSpPr txBox="1"/>
          <p:nvPr/>
        </p:nvSpPr>
        <p:spPr>
          <a:xfrm>
            <a:off x="842341" y="536786"/>
            <a:ext cx="12018894" cy="3477875"/>
          </a:xfrm>
          <a:prstGeom prst="rect">
            <a:avLst/>
          </a:prstGeom>
          <a:noFill/>
        </p:spPr>
        <p:txBody>
          <a:bodyPr wrap="square">
            <a:spAutoFit/>
          </a:bodyPr>
          <a:lstStyle/>
          <a:p>
            <a:pPr>
              <a:buNone/>
            </a:pPr>
            <a:r>
              <a:rPr lang="en-US" sz="3600" dirty="0">
                <a:latin typeface="Algerian" panose="04020705040A02060702" pitchFamily="82" charset="0"/>
              </a:rPr>
              <a:t>Architecture</a:t>
            </a:r>
            <a:r>
              <a:rPr lang="en-US" sz="4000" dirty="0">
                <a:latin typeface="Algerian" panose="04020705040A02060702" pitchFamily="82" charset="0"/>
              </a:rPr>
              <a:t> Diagram</a:t>
            </a:r>
          </a:p>
          <a:p>
            <a:pPr>
              <a:buNone/>
            </a:pPr>
            <a:endParaRPr lang="en-US" b="1" dirty="0"/>
          </a:p>
          <a:p>
            <a:pPr algn="ctr">
              <a:buNone/>
            </a:pPr>
            <a:r>
              <a:rPr lang="en-US" dirty="0"/>
              <a:t>User</a:t>
            </a:r>
            <a:br>
              <a:rPr lang="en-US" dirty="0"/>
            </a:br>
            <a:r>
              <a:rPr lang="en-US" dirty="0"/>
              <a:t>↓</a:t>
            </a:r>
            <a:br>
              <a:rPr lang="en-US" dirty="0"/>
            </a:br>
            <a:r>
              <a:rPr lang="en-US" dirty="0"/>
              <a:t>Query Interface</a:t>
            </a:r>
            <a:br>
              <a:rPr lang="en-US" dirty="0"/>
            </a:br>
            <a:r>
              <a:rPr lang="en-US" dirty="0"/>
              <a:t> ↓</a:t>
            </a:r>
            <a:br>
              <a:rPr lang="en-US" dirty="0"/>
            </a:br>
            <a:r>
              <a:rPr lang="en-US" dirty="0"/>
              <a:t>Query Processor</a:t>
            </a:r>
            <a:br>
              <a:rPr lang="en-US" dirty="0"/>
            </a:br>
            <a:r>
              <a:rPr lang="en-US" dirty="0"/>
              <a:t>↓</a:t>
            </a:r>
            <a:br>
              <a:rPr lang="en-US" dirty="0"/>
            </a:br>
            <a:r>
              <a:rPr lang="en-US" dirty="0"/>
              <a:t>Knowledge Base</a:t>
            </a:r>
            <a:br>
              <a:rPr lang="en-US" dirty="0"/>
            </a:br>
            <a:r>
              <a:rPr lang="en-US" dirty="0"/>
              <a:t>↓</a:t>
            </a:r>
            <a:br>
              <a:rPr lang="en-US" dirty="0"/>
            </a:br>
            <a:r>
              <a:rPr lang="en-US" dirty="0"/>
              <a:t>Result Output</a:t>
            </a:r>
          </a:p>
        </p:txBody>
      </p:sp>
      <p:sp>
        <p:nvSpPr>
          <p:cNvPr id="6" name="TextBox 5">
            <a:extLst>
              <a:ext uri="{FF2B5EF4-FFF2-40B4-BE49-F238E27FC236}">
                <a16:creationId xmlns:a16="http://schemas.microsoft.com/office/drawing/2014/main" id="{65A5B121-E20C-1A9A-1154-34CBD8F75175}"/>
              </a:ext>
            </a:extLst>
          </p:cNvPr>
          <p:cNvSpPr txBox="1"/>
          <p:nvPr/>
        </p:nvSpPr>
        <p:spPr>
          <a:xfrm>
            <a:off x="1003851" y="3894095"/>
            <a:ext cx="8468139" cy="2308324"/>
          </a:xfrm>
          <a:prstGeom prst="rect">
            <a:avLst/>
          </a:prstGeom>
          <a:noFill/>
        </p:spPr>
        <p:txBody>
          <a:bodyPr wrap="square" rtlCol="0">
            <a:spAutoFit/>
          </a:bodyPr>
          <a:lstStyle/>
          <a:p>
            <a:pPr>
              <a:buNone/>
            </a:pPr>
            <a:r>
              <a:rPr lang="en-US" sz="3200" dirty="0">
                <a:latin typeface="Algerian" panose="04020705040A02060702" pitchFamily="82" charset="0"/>
              </a:rPr>
              <a:t>Technologies Used</a:t>
            </a:r>
          </a:p>
          <a:p>
            <a:pPr>
              <a:buFont typeface="Arial" panose="020B0604020202020204" pitchFamily="34" charset="0"/>
              <a:buChar char="•"/>
            </a:pPr>
            <a:r>
              <a:rPr lang="en-US" dirty="0"/>
              <a:t>SQL</a:t>
            </a:r>
          </a:p>
          <a:p>
            <a:pPr>
              <a:buFont typeface="Arial" panose="020B0604020202020204" pitchFamily="34" charset="0"/>
              <a:buChar char="•"/>
            </a:pPr>
            <a:r>
              <a:rPr lang="en-US" dirty="0"/>
              <a:t>SPARQL</a:t>
            </a:r>
          </a:p>
          <a:p>
            <a:pPr>
              <a:buFont typeface="Arial" panose="020B0604020202020204" pitchFamily="34" charset="0"/>
              <a:buChar char="•"/>
            </a:pPr>
            <a:r>
              <a:rPr lang="en-US" dirty="0"/>
              <a:t>RDF</a:t>
            </a:r>
          </a:p>
          <a:p>
            <a:pPr>
              <a:buFont typeface="Arial" panose="020B0604020202020204" pitchFamily="34" charset="0"/>
              <a:buChar char="•"/>
            </a:pPr>
            <a:r>
              <a:rPr lang="en-US" dirty="0"/>
              <a:t>OWL</a:t>
            </a:r>
          </a:p>
          <a:p>
            <a:pPr>
              <a:buFont typeface="Arial" panose="020B0604020202020204" pitchFamily="34" charset="0"/>
              <a:buChar char="•"/>
            </a:pPr>
            <a:r>
              <a:rPr lang="en-US" dirty="0"/>
              <a:t>Knowledge Graphs</a:t>
            </a:r>
          </a:p>
          <a:p>
            <a:pPr>
              <a:buFont typeface="Arial" panose="020B0604020202020204" pitchFamily="34" charset="0"/>
              <a:buChar char="•"/>
            </a:pPr>
            <a:r>
              <a:rPr lang="en-US" dirty="0"/>
              <a:t>AI &amp; NLP</a:t>
            </a:r>
          </a:p>
        </p:txBody>
      </p:sp>
    </p:spTree>
    <p:extLst>
      <p:ext uri="{BB962C8B-B14F-4D97-AF65-F5344CB8AC3E}">
        <p14:creationId xmlns:p14="http://schemas.microsoft.com/office/powerpoint/2010/main" val="25535183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213DA29-B4D0-AC78-B63A-AEA13AB1E4E7}"/>
              </a:ext>
            </a:extLst>
          </p:cNvPr>
          <p:cNvSpPr txBox="1"/>
          <p:nvPr/>
        </p:nvSpPr>
        <p:spPr>
          <a:xfrm>
            <a:off x="1120636" y="504377"/>
            <a:ext cx="6097656" cy="2708434"/>
          </a:xfrm>
          <a:prstGeom prst="rect">
            <a:avLst/>
          </a:prstGeom>
          <a:noFill/>
        </p:spPr>
        <p:txBody>
          <a:bodyPr wrap="square">
            <a:spAutoFit/>
          </a:bodyPr>
          <a:lstStyle/>
          <a:p>
            <a:pPr>
              <a:buNone/>
            </a:pPr>
            <a:r>
              <a:rPr lang="en-US" sz="3600" dirty="0">
                <a:latin typeface="Algerian" panose="04020705040A02060702" pitchFamily="82" charset="0"/>
              </a:rPr>
              <a:t>Applications</a:t>
            </a:r>
          </a:p>
          <a:p>
            <a:pPr>
              <a:buNone/>
            </a:pPr>
            <a:endParaRPr lang="en-US" sz="4000" dirty="0">
              <a:latin typeface="Algerian" panose="04020705040A02060702" pitchFamily="82" charset="0"/>
            </a:endParaRPr>
          </a:p>
          <a:p>
            <a:pPr>
              <a:buFont typeface="Arial" panose="020B0604020202020204" pitchFamily="34" charset="0"/>
              <a:buChar char="•"/>
            </a:pPr>
            <a:r>
              <a:rPr lang="en-US" dirty="0"/>
              <a:t>Search Engines</a:t>
            </a:r>
          </a:p>
          <a:p>
            <a:pPr>
              <a:buFont typeface="Arial" panose="020B0604020202020204" pitchFamily="34" charset="0"/>
              <a:buChar char="•"/>
            </a:pPr>
            <a:r>
              <a:rPr lang="en-US" dirty="0"/>
              <a:t>Medical Information Systems</a:t>
            </a:r>
          </a:p>
          <a:p>
            <a:pPr>
              <a:buFont typeface="Arial" panose="020B0604020202020204" pitchFamily="34" charset="0"/>
              <a:buChar char="•"/>
            </a:pPr>
            <a:r>
              <a:rPr lang="en-US" dirty="0"/>
              <a:t>Smart Assistants</a:t>
            </a:r>
          </a:p>
          <a:p>
            <a:pPr>
              <a:buFont typeface="Arial" panose="020B0604020202020204" pitchFamily="34" charset="0"/>
              <a:buChar char="•"/>
            </a:pPr>
            <a:r>
              <a:rPr lang="en-US" dirty="0"/>
              <a:t>E-learning Platforms</a:t>
            </a:r>
          </a:p>
          <a:p>
            <a:pPr>
              <a:buFont typeface="Arial" panose="020B0604020202020204" pitchFamily="34" charset="0"/>
              <a:buChar char="•"/>
            </a:pPr>
            <a:r>
              <a:rPr lang="en-US" dirty="0"/>
              <a:t>Recommendation Systems</a:t>
            </a:r>
          </a:p>
        </p:txBody>
      </p:sp>
      <p:sp>
        <p:nvSpPr>
          <p:cNvPr id="5" name="TextBox 4">
            <a:extLst>
              <a:ext uri="{FF2B5EF4-FFF2-40B4-BE49-F238E27FC236}">
                <a16:creationId xmlns:a16="http://schemas.microsoft.com/office/drawing/2014/main" id="{66C4C662-82D9-4DBB-0149-CBBE8B448950}"/>
              </a:ext>
            </a:extLst>
          </p:cNvPr>
          <p:cNvSpPr txBox="1"/>
          <p:nvPr/>
        </p:nvSpPr>
        <p:spPr>
          <a:xfrm>
            <a:off x="1120636" y="3645190"/>
            <a:ext cx="6097656" cy="2308324"/>
          </a:xfrm>
          <a:prstGeom prst="rect">
            <a:avLst/>
          </a:prstGeom>
          <a:noFill/>
        </p:spPr>
        <p:txBody>
          <a:bodyPr wrap="square">
            <a:spAutoFit/>
          </a:bodyPr>
          <a:lstStyle/>
          <a:p>
            <a:pPr>
              <a:buNone/>
            </a:pPr>
            <a:r>
              <a:rPr lang="en-US" sz="3600" dirty="0">
                <a:latin typeface="Algerian" panose="04020705040A02060702" pitchFamily="82" charset="0"/>
              </a:rPr>
              <a:t>Advantages</a:t>
            </a:r>
          </a:p>
          <a:p>
            <a:pPr>
              <a:buNone/>
            </a:pPr>
            <a:endParaRPr lang="en-US" sz="3600" dirty="0">
              <a:latin typeface="Algerian" panose="04020705040A02060702" pitchFamily="82" charset="0"/>
            </a:endParaRPr>
          </a:p>
          <a:p>
            <a:pPr>
              <a:buFont typeface="Arial" panose="020B0604020202020204" pitchFamily="34" charset="0"/>
              <a:buChar char="•"/>
            </a:pPr>
            <a:r>
              <a:rPr lang="en-US" dirty="0"/>
              <a:t>Faster information retrieval</a:t>
            </a:r>
          </a:p>
          <a:p>
            <a:pPr>
              <a:buFont typeface="Arial" panose="020B0604020202020204" pitchFamily="34" charset="0"/>
              <a:buChar char="•"/>
            </a:pPr>
            <a:r>
              <a:rPr lang="en-US" dirty="0"/>
              <a:t>Better data organization</a:t>
            </a:r>
          </a:p>
          <a:p>
            <a:pPr>
              <a:buFont typeface="Arial" panose="020B0604020202020204" pitchFamily="34" charset="0"/>
              <a:buChar char="•"/>
            </a:pPr>
            <a:r>
              <a:rPr lang="en-US" dirty="0"/>
              <a:t>Supports AI systems</a:t>
            </a:r>
          </a:p>
          <a:p>
            <a:pPr>
              <a:buFont typeface="Arial" panose="020B0604020202020204" pitchFamily="34" charset="0"/>
              <a:buChar char="•"/>
            </a:pPr>
            <a:r>
              <a:rPr lang="en-US" dirty="0"/>
              <a:t>Reduces human effort</a:t>
            </a:r>
          </a:p>
        </p:txBody>
      </p:sp>
    </p:spTree>
    <p:extLst>
      <p:ext uri="{BB962C8B-B14F-4D97-AF65-F5344CB8AC3E}">
        <p14:creationId xmlns:p14="http://schemas.microsoft.com/office/powerpoint/2010/main" val="27591763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66E91303-7ECE-44C9-CF90-3CFE03702764}"/>
              </a:ext>
            </a:extLst>
          </p:cNvPr>
          <p:cNvSpPr/>
          <p:nvPr/>
        </p:nvSpPr>
        <p:spPr>
          <a:xfrm>
            <a:off x="2856170" y="2192083"/>
            <a:ext cx="6479659" cy="1569660"/>
          </a:xfrm>
          <a:prstGeom prst="rect">
            <a:avLst/>
          </a:prstGeom>
          <a:noFill/>
        </p:spPr>
        <p:txBody>
          <a:bodyPr wrap="none" lIns="91440" tIns="45720" rIns="91440" bIns="45720">
            <a:spAutoFit/>
          </a:bodyPr>
          <a:lstStyle/>
          <a:p>
            <a:pPr algn="ctr"/>
            <a:r>
              <a:rPr lang="en-US" sz="9600" b="0" cap="none" spc="0" dirty="0">
                <a:ln w="0"/>
                <a:solidFill>
                  <a:schemeClr val="tx1"/>
                </a:solidFill>
                <a:effectLst>
                  <a:outerShdw blurRad="38100" dist="19050" dir="2700000" algn="tl" rotWithShape="0">
                    <a:schemeClr val="dk1">
                      <a:alpha val="40000"/>
                    </a:schemeClr>
                  </a:outerShdw>
                </a:effectLst>
                <a:latin typeface="Algerian" panose="04020705040A02060702" pitchFamily="82" charset="0"/>
              </a:rPr>
              <a:t>THANKYOU</a:t>
            </a:r>
            <a:endParaRPr lang="en-IN" sz="9600" b="0" cap="none" spc="0" dirty="0">
              <a:ln w="0"/>
              <a:solidFill>
                <a:schemeClr val="tx1"/>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1735149370"/>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avon">
  <a:themeElements>
    <a:clrScheme name="Savon">
      <a:dk1>
        <a:sysClr val="windowText" lastClr="000000"/>
      </a:dk1>
      <a:lt1>
        <a:sysClr val="window" lastClr="FFFFFF"/>
      </a:lt1>
      <a:dk2>
        <a:srgbClr val="1485A4"/>
      </a:dk2>
      <a:lt2>
        <a:srgbClr val="E3DED1"/>
      </a:lt2>
      <a:accent1>
        <a:srgbClr val="1CADE4"/>
      </a:accent1>
      <a:accent2>
        <a:srgbClr val="2683C6"/>
      </a:accent2>
      <a:accent3>
        <a:srgbClr val="27CED7"/>
      </a:accent3>
      <a:accent4>
        <a:srgbClr val="42BA97"/>
      </a:accent4>
      <a:accent5>
        <a:srgbClr val="3E8853"/>
      </a:accent5>
      <a:accent6>
        <a:srgbClr val="62A39F"/>
      </a:accent6>
      <a:hlink>
        <a:srgbClr val="F49100"/>
      </a:hlink>
      <a:folHlink>
        <a:srgbClr val="739D9B"/>
      </a:folHlink>
    </a:clrScheme>
    <a:fontScheme name="Savon">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Savon">
      <a:fillStyleLst>
        <a:solidFill>
          <a:schemeClr val="phClr"/>
        </a:solidFill>
        <a:gradFill rotWithShape="1">
          <a:gsLst>
            <a:gs pos="0">
              <a:schemeClr val="phClr">
                <a:tint val="60000"/>
                <a:satMod val="105000"/>
                <a:lumMod val="105000"/>
              </a:schemeClr>
            </a:gs>
            <a:gs pos="100000">
              <a:schemeClr val="phClr">
                <a:tint val="65000"/>
                <a:satMod val="100000"/>
                <a:lumMod val="100000"/>
              </a:schemeClr>
            </a:gs>
            <a:gs pos="100000">
              <a:schemeClr val="phClr">
                <a:tint val="70000"/>
                <a:satMod val="100000"/>
                <a:lumMod val="100000"/>
              </a:schemeClr>
            </a:gs>
          </a:gsLst>
          <a:lin ang="5400000" scaled="0"/>
        </a:gradFill>
        <a:gradFill rotWithShape="1">
          <a:gsLst>
            <a:gs pos="0">
              <a:schemeClr val="phClr">
                <a:satMod val="100000"/>
                <a:lumMod val="100000"/>
              </a:schemeClr>
            </a:gs>
            <a:gs pos="50000">
              <a:schemeClr val="phClr">
                <a:shade val="99000"/>
                <a:satMod val="105000"/>
                <a:lumMod val="100000"/>
              </a:schemeClr>
            </a:gs>
            <a:gs pos="100000">
              <a:schemeClr val="phClr">
                <a:shade val="98000"/>
                <a:satMod val="105000"/>
                <a:lumMod val="100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38100" dist="12700" dir="5400000" algn="ctr" rotWithShape="0">
              <a:srgbClr val="000000">
                <a:alpha val="63000"/>
              </a:srgbClr>
            </a:outerShdw>
          </a:effectLst>
        </a:effectStyle>
        <a:effectStyle>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a:effectStyle>
      </a:effectStyleLst>
      <a:bgFillStyleLst>
        <a:solidFill>
          <a:schemeClr val="phClr"/>
        </a:solidFill>
        <a:gradFill rotWithShape="1">
          <a:gsLst>
            <a:gs pos="0">
              <a:schemeClr val="phClr">
                <a:tint val="90000"/>
                <a:shade val="92000"/>
                <a:satMod val="160000"/>
              </a:schemeClr>
            </a:gs>
            <a:gs pos="77000">
              <a:schemeClr val="phClr">
                <a:tint val="100000"/>
                <a:shade val="73000"/>
                <a:satMod val="155000"/>
              </a:schemeClr>
            </a:gs>
            <a:gs pos="100000">
              <a:schemeClr val="phClr">
                <a:tint val="100000"/>
                <a:shade val="67000"/>
                <a:satMod val="145000"/>
              </a:schemeClr>
            </a:gs>
          </a:gsLst>
          <a:lin ang="5400000" scaled="0"/>
        </a:gradFill>
        <a:blipFill rotWithShape="1">
          <a:blip xmlns:r="http://schemas.openxmlformats.org/officeDocument/2006/relationships" r:embed="rId1">
            <a:duotone>
              <a:schemeClr val="phClr">
                <a:tint val="95000"/>
              </a:schemeClr>
              <a:schemeClr val="phClr">
                <a:shade val="92000"/>
                <a:satMod val="115000"/>
              </a:schemeClr>
            </a:duotone>
          </a:blip>
          <a:tile tx="0" ty="0" sx="60000" sy="60000" flip="none" algn="tl"/>
        </a:blipFill>
      </a:bgFillStyleLst>
    </a:fmtScheme>
  </a:themeElements>
  <a:objectDefaults/>
  <a:extraClrSchemeLst/>
  <a:extLst>
    <a:ext uri="{05A4C25C-085E-4340-85A3-A5531E510DB2}">
      <thm15:themeFamily xmlns:thm15="http://schemas.microsoft.com/office/thememl/2012/main" name="Savon" id="{1306E473-ED32-493B-A2D0-240A757EDD34}" vid="{C20BADFE-D095-436F-9677-9264042809F0}"/>
    </a:ext>
  </a:extLst>
</a:theme>
</file>

<file path=docProps/app.xml><?xml version="1.0" encoding="utf-8"?>
<Properties xmlns="http://schemas.openxmlformats.org/officeDocument/2006/extended-properties" xmlns:vt="http://schemas.openxmlformats.org/officeDocument/2006/docPropsVTypes">
  <Template>Savon</Template>
  <TotalTime>82</TotalTime>
  <Words>309</Words>
  <Application>Microsoft Office PowerPoint</Application>
  <PresentationFormat>Widescreen</PresentationFormat>
  <Paragraphs>43</Paragraphs>
  <Slides>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vt:i4>
      </vt:variant>
    </vt:vector>
  </HeadingPairs>
  <TitlesOfParts>
    <vt:vector size="12" baseType="lpstr">
      <vt:lpstr>Algerian</vt:lpstr>
      <vt:lpstr>Arial</vt:lpstr>
      <vt:lpstr>Century Gothic</vt:lpstr>
      <vt:lpstr>Garamond</vt:lpstr>
      <vt:lpstr>Savon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Pragati Ritti</dc:creator>
  <cp:lastModifiedBy>Pragati Ritti</cp:lastModifiedBy>
  <cp:revision>1</cp:revision>
  <dcterms:created xsi:type="dcterms:W3CDTF">2026-02-11T07:30:43Z</dcterms:created>
  <dcterms:modified xsi:type="dcterms:W3CDTF">2026-02-11T14:29:05Z</dcterms:modified>
</cp:coreProperties>
</file>